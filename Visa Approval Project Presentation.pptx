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76" r:id="rId5"/>
    <p:sldId id="295" r:id="rId6"/>
    <p:sldId id="260" r:id="rId7"/>
    <p:sldId id="278" r:id="rId8"/>
    <p:sldId id="261" r:id="rId9"/>
    <p:sldId id="263" r:id="rId10"/>
    <p:sldId id="266" r:id="rId11"/>
    <p:sldId id="267" r:id="rId12"/>
    <p:sldId id="268" r:id="rId13"/>
    <p:sldId id="269" r:id="rId14"/>
    <p:sldId id="270" r:id="rId15"/>
    <p:sldId id="279" r:id="rId16"/>
    <p:sldId id="280" r:id="rId17"/>
    <p:sldId id="281" r:id="rId18"/>
    <p:sldId id="283" r:id="rId19"/>
    <p:sldId id="284" r:id="rId20"/>
    <p:sldId id="285" r:id="rId21"/>
    <p:sldId id="286" r:id="rId22"/>
    <p:sldId id="288" r:id="rId23"/>
    <p:sldId id="287" r:id="rId24"/>
    <p:sldId id="282" r:id="rId25"/>
    <p:sldId id="289" r:id="rId26"/>
    <p:sldId id="290" r:id="rId27"/>
    <p:sldId id="271" r:id="rId28"/>
    <p:sldId id="292" r:id="rId29"/>
    <p:sldId id="296" r:id="rId30"/>
    <p:sldId id="29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FC15B-6062-4074-A550-F9C1B26AFF89}" v="88" dt="2026-03-13T05:04:24.3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86"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Anyanwu" userId="a9f4a03584880caa" providerId="LiveId" clId="{036C511A-FE14-4633-96F2-CD75C3A8418F}"/>
    <pc:docChg chg="undo redo custSel addSld delSld modSld sldOrd">
      <pc:chgData name="Joseph Anyanwu" userId="a9f4a03584880caa" providerId="LiveId" clId="{036C511A-FE14-4633-96F2-CD75C3A8418F}" dt="2026-03-13T05:07:06.628" v="2719" actId="14100"/>
      <pc:docMkLst>
        <pc:docMk/>
      </pc:docMkLst>
      <pc:sldChg chg="addSp delSp modSp mod setBg">
        <pc:chgData name="Joseph Anyanwu" userId="a9f4a03584880caa" providerId="LiveId" clId="{036C511A-FE14-4633-96F2-CD75C3A8418F}" dt="2026-03-13T05:07:06.628" v="2719" actId="14100"/>
        <pc:sldMkLst>
          <pc:docMk/>
          <pc:sldMk cId="578172245" sldId="257"/>
        </pc:sldMkLst>
        <pc:spChg chg="add del mod">
          <ac:chgData name="Joseph Anyanwu" userId="a9f4a03584880caa" providerId="LiveId" clId="{036C511A-FE14-4633-96F2-CD75C3A8418F}" dt="2026-03-13T05:03:38.114" v="2596" actId="27636"/>
          <ac:spMkLst>
            <pc:docMk/>
            <pc:sldMk cId="578172245" sldId="257"/>
            <ac:spMk id="3" creationId="{A0F6BF1C-84A4-788A-3C16-FF2EC3FEA222}"/>
          </ac:spMkLst>
        </pc:spChg>
        <pc:spChg chg="mod ord">
          <ac:chgData name="Joseph Anyanwu" userId="a9f4a03584880caa" providerId="LiveId" clId="{036C511A-FE14-4633-96F2-CD75C3A8418F}" dt="2026-03-13T05:07:06.628" v="2719" actId="14100"/>
          <ac:spMkLst>
            <pc:docMk/>
            <pc:sldMk cId="578172245" sldId="257"/>
            <ac:spMk id="4" creationId="{D8B5451F-2C38-052F-239F-EEB229E55909}"/>
          </ac:spMkLst>
        </pc:spChg>
        <pc:spChg chg="add del">
          <ac:chgData name="Joseph Anyanwu" userId="a9f4a03584880caa" providerId="LiveId" clId="{036C511A-FE14-4633-96F2-CD75C3A8418F}" dt="2026-03-13T05:02:19.635" v="2586" actId="26606"/>
          <ac:spMkLst>
            <pc:docMk/>
            <pc:sldMk cId="578172245" sldId="257"/>
            <ac:spMk id="11" creationId="{989BE678-777B-482A-A616-FEDC47B162E5}"/>
          </ac:spMkLst>
        </pc:spChg>
        <pc:spChg chg="add del">
          <ac:chgData name="Joseph Anyanwu" userId="a9f4a03584880caa" providerId="LiveId" clId="{036C511A-FE14-4633-96F2-CD75C3A8418F}" dt="2026-03-13T04:11:55.568" v="2220" actId="26606"/>
          <ac:spMkLst>
            <pc:docMk/>
            <pc:sldMk cId="578172245" sldId="257"/>
            <ac:spMk id="16" creationId="{C393B4A7-6ABF-423D-A762-3CDB4897A833}"/>
          </ac:spMkLst>
        </pc:spChg>
        <pc:spChg chg="add del">
          <ac:chgData name="Joseph Anyanwu" userId="a9f4a03584880caa" providerId="LiveId" clId="{036C511A-FE14-4633-96F2-CD75C3A8418F}" dt="2026-03-13T05:02:19.635" v="2586" actId="26606"/>
          <ac:spMkLst>
            <pc:docMk/>
            <pc:sldMk cId="578172245" sldId="257"/>
            <ac:spMk id="17" creationId="{D28BE0C3-2102-4820-B88B-A448B1840D14}"/>
          </ac:spMkLst>
        </pc:spChg>
        <pc:spChg chg="add del">
          <ac:chgData name="Joseph Anyanwu" userId="a9f4a03584880caa" providerId="LiveId" clId="{036C511A-FE14-4633-96F2-CD75C3A8418F}" dt="2026-03-13T04:11:55.568" v="2220" actId="26606"/>
          <ac:spMkLst>
            <pc:docMk/>
            <pc:sldMk cId="578172245" sldId="257"/>
            <ac:spMk id="22" creationId="{01AD250C-F2EA-449F-9B14-DF5BB674C500}"/>
          </ac:spMkLst>
        </pc:spChg>
        <pc:spChg chg="add del">
          <ac:chgData name="Joseph Anyanwu" userId="a9f4a03584880caa" providerId="LiveId" clId="{036C511A-FE14-4633-96F2-CD75C3A8418F}" dt="2026-03-13T05:02:19.635" v="2586" actId="26606"/>
          <ac:spMkLst>
            <pc:docMk/>
            <pc:sldMk cId="578172245" sldId="257"/>
            <ac:spMk id="24" creationId="{F3F4807A-5068-4492-8025-D75F320E908D}"/>
          </ac:spMkLst>
        </pc:spChg>
        <pc:spChg chg="add del">
          <ac:chgData name="Joseph Anyanwu" userId="a9f4a03584880caa" providerId="LiveId" clId="{036C511A-FE14-4633-96F2-CD75C3A8418F}" dt="2026-03-13T05:02:19.635" v="2586" actId="26606"/>
          <ac:spMkLst>
            <pc:docMk/>
            <pc:sldMk cId="578172245" sldId="257"/>
            <ac:spMk id="26" creationId="{B24996F8-180C-4DCB-8A26-DFA336CDEFBC}"/>
          </ac:spMkLst>
        </pc:spChg>
        <pc:spChg chg="add del">
          <ac:chgData name="Joseph Anyanwu" userId="a9f4a03584880caa" providerId="LiveId" clId="{036C511A-FE14-4633-96F2-CD75C3A8418F}" dt="2026-03-13T05:02:19.635" v="2586" actId="26606"/>
          <ac:spMkLst>
            <pc:docMk/>
            <pc:sldMk cId="578172245" sldId="257"/>
            <ac:spMk id="28" creationId="{630182B0-3559-41D5-9EBC-0BD86BEDAD09}"/>
          </ac:spMkLst>
        </pc:spChg>
        <pc:graphicFrameChg chg="add del">
          <ac:chgData name="Joseph Anyanwu" userId="a9f4a03584880caa" providerId="LiveId" clId="{036C511A-FE14-4633-96F2-CD75C3A8418F}" dt="2026-03-13T04:11:55.568" v="2220" actId="26606"/>
          <ac:graphicFrameMkLst>
            <pc:docMk/>
            <pc:sldMk cId="578172245" sldId="257"/>
            <ac:graphicFrameMk id="8" creationId="{1C90ABD2-ED96-06D1-5229-03DAE6C57ECA}"/>
          </ac:graphicFrameMkLst>
        </pc:graphicFrameChg>
        <pc:picChg chg="mod">
          <ac:chgData name="Joseph Anyanwu" userId="a9f4a03584880caa" providerId="LiveId" clId="{036C511A-FE14-4633-96F2-CD75C3A8418F}" dt="2026-03-13T05:05:19.036" v="2631" actId="29295"/>
          <ac:picMkLst>
            <pc:docMk/>
            <pc:sldMk cId="578172245" sldId="257"/>
            <ac:picMk id="5" creationId="{11AB2D4B-BC41-2E1A-BAA7-D9EDEE6BE063}"/>
          </ac:picMkLst>
        </pc:picChg>
        <pc:picChg chg="add del">
          <ac:chgData name="Joseph Anyanwu" userId="a9f4a03584880caa" providerId="LiveId" clId="{036C511A-FE14-4633-96F2-CD75C3A8418F}" dt="2026-03-13T05:02:18.908" v="2585" actId="22"/>
          <ac:picMkLst>
            <pc:docMk/>
            <pc:sldMk cId="578172245" sldId="257"/>
            <ac:picMk id="7" creationId="{372E4F3D-3C24-1406-5544-965F9169466E}"/>
          </ac:picMkLst>
        </pc:picChg>
        <pc:picChg chg="add del">
          <ac:chgData name="Joseph Anyanwu" userId="a9f4a03584880caa" providerId="LiveId" clId="{036C511A-FE14-4633-96F2-CD75C3A8418F}" dt="2026-03-13T05:02:19.635" v="2586" actId="26606"/>
          <ac:picMkLst>
            <pc:docMk/>
            <pc:sldMk cId="578172245" sldId="257"/>
            <ac:picMk id="9" creationId="{DF19BAF3-7E20-4B9D-B544-BABAEEA1FA75}"/>
          </ac:picMkLst>
        </pc:picChg>
        <pc:picChg chg="add del">
          <ac:chgData name="Joseph Anyanwu" userId="a9f4a03584880caa" providerId="LiveId" clId="{036C511A-FE14-4633-96F2-CD75C3A8418F}" dt="2026-03-13T05:02:19.635" v="2586" actId="26606"/>
          <ac:picMkLst>
            <pc:docMk/>
            <pc:sldMk cId="578172245" sldId="257"/>
            <ac:picMk id="10" creationId="{950648F4-ABCD-4DF0-8641-76CFB2354721}"/>
          </ac:picMkLst>
        </pc:picChg>
        <pc:picChg chg="add del">
          <ac:chgData name="Joseph Anyanwu" userId="a9f4a03584880caa" providerId="LiveId" clId="{036C511A-FE14-4633-96F2-CD75C3A8418F}" dt="2026-03-13T04:11:55.568" v="2220" actId="26606"/>
          <ac:picMkLst>
            <pc:docMk/>
            <pc:sldMk cId="578172245" sldId="257"/>
            <ac:picMk id="12" creationId="{F1B8F9CB-890B-4CB8-B503-188A763E2FC1}"/>
          </ac:picMkLst>
        </pc:picChg>
        <pc:picChg chg="add del">
          <ac:chgData name="Joseph Anyanwu" userId="a9f4a03584880caa" providerId="LiveId" clId="{036C511A-FE14-4633-96F2-CD75C3A8418F}" dt="2026-03-13T05:02:19.635" v="2586" actId="26606"/>
          <ac:picMkLst>
            <pc:docMk/>
            <pc:sldMk cId="578172245" sldId="257"/>
            <ac:picMk id="13" creationId="{CF1EB4BD-9C7E-4AA3-9681-C7EB0DA6250B}"/>
          </ac:picMkLst>
        </pc:picChg>
        <pc:picChg chg="add del">
          <ac:chgData name="Joseph Anyanwu" userId="a9f4a03584880caa" providerId="LiveId" clId="{036C511A-FE14-4633-96F2-CD75C3A8418F}" dt="2026-03-13T04:11:55.568" v="2220" actId="26606"/>
          <ac:picMkLst>
            <pc:docMk/>
            <pc:sldMk cId="578172245" sldId="257"/>
            <ac:picMk id="14" creationId="{AA632AB4-3837-4FD0-8B62-0A18B573F46D}"/>
          </ac:picMkLst>
        </pc:picChg>
        <pc:picChg chg="add del">
          <ac:chgData name="Joseph Anyanwu" userId="a9f4a03584880caa" providerId="LiveId" clId="{036C511A-FE14-4633-96F2-CD75C3A8418F}" dt="2026-03-13T04:11:55.568" v="2220" actId="26606"/>
          <ac:picMkLst>
            <pc:docMk/>
            <pc:sldMk cId="578172245" sldId="257"/>
            <ac:picMk id="18" creationId="{9CD2319A-6FA9-4EFB-9EDF-7304467425E8}"/>
          </ac:picMkLst>
        </pc:picChg>
        <pc:picChg chg="add mod">
          <ac:chgData name="Joseph Anyanwu" userId="a9f4a03584880caa" providerId="LiveId" clId="{036C511A-FE14-4633-96F2-CD75C3A8418F}" dt="2026-03-13T05:05:53.500" v="2717" actId="29295"/>
          <ac:picMkLst>
            <pc:docMk/>
            <pc:sldMk cId="578172245" sldId="257"/>
            <ac:picMk id="19" creationId="{E77DD2E0-8851-6FD4-617F-98CB7742C85E}"/>
          </ac:picMkLst>
        </pc:picChg>
        <pc:picChg chg="add del">
          <ac:chgData name="Joseph Anyanwu" userId="a9f4a03584880caa" providerId="LiveId" clId="{036C511A-FE14-4633-96F2-CD75C3A8418F}" dt="2026-03-13T04:11:55.568" v="2220" actId="26606"/>
          <ac:picMkLst>
            <pc:docMk/>
            <pc:sldMk cId="578172245" sldId="257"/>
            <ac:picMk id="20" creationId="{D1692A93-3514-4486-8B67-CCA4E0259BCB}"/>
          </ac:picMkLst>
        </pc:picChg>
      </pc:sldChg>
      <pc:sldChg chg="addSp delSp modSp mod setBg">
        <pc:chgData name="Joseph Anyanwu" userId="a9f4a03584880caa" providerId="LiveId" clId="{036C511A-FE14-4633-96F2-CD75C3A8418F}" dt="2026-03-13T04:16:58.162" v="2257" actId="122"/>
        <pc:sldMkLst>
          <pc:docMk/>
          <pc:sldMk cId="4217725699" sldId="258"/>
        </pc:sldMkLst>
        <pc:spChg chg="del mod">
          <ac:chgData name="Joseph Anyanwu" userId="a9f4a03584880caa" providerId="LiveId" clId="{036C511A-FE14-4633-96F2-CD75C3A8418F}" dt="2026-03-13T04:09:51.664" v="2193" actId="26606"/>
          <ac:spMkLst>
            <pc:docMk/>
            <pc:sldMk cId="4217725699" sldId="258"/>
            <ac:spMk id="3" creationId="{80374C74-782D-5CD0-AC38-A0ECF7E1C333}"/>
          </ac:spMkLst>
        </pc:spChg>
        <pc:spChg chg="add mod">
          <ac:chgData name="Joseph Anyanwu" userId="a9f4a03584880caa" providerId="LiveId" clId="{036C511A-FE14-4633-96F2-CD75C3A8418F}" dt="2026-03-13T04:16:58.162" v="2257" actId="122"/>
          <ac:spMkLst>
            <pc:docMk/>
            <pc:sldMk cId="4217725699" sldId="258"/>
            <ac:spMk id="5" creationId="{CD9D4BA1-DBFA-FB9C-24AD-704FAE26376F}"/>
          </ac:spMkLst>
        </pc:spChg>
        <pc:spChg chg="add">
          <ac:chgData name="Joseph Anyanwu" userId="a9f4a03584880caa" providerId="LiveId" clId="{036C511A-FE14-4633-96F2-CD75C3A8418F}" dt="2026-03-13T04:09:51.664" v="2193" actId="26606"/>
          <ac:spMkLst>
            <pc:docMk/>
            <pc:sldMk cId="4217725699" sldId="258"/>
            <ac:spMk id="14" creationId="{C393B4A7-6ABF-423D-A762-3CDB4897A833}"/>
          </ac:spMkLst>
        </pc:spChg>
        <pc:spChg chg="add">
          <ac:chgData name="Joseph Anyanwu" userId="a9f4a03584880caa" providerId="LiveId" clId="{036C511A-FE14-4633-96F2-CD75C3A8418F}" dt="2026-03-13T04:09:51.664" v="2193" actId="26606"/>
          <ac:spMkLst>
            <pc:docMk/>
            <pc:sldMk cId="4217725699" sldId="258"/>
            <ac:spMk id="20" creationId="{01AD250C-F2EA-449F-9B14-DF5BB674C500}"/>
          </ac:spMkLst>
        </pc:spChg>
        <pc:graphicFrameChg chg="add mod modGraphic">
          <ac:chgData name="Joseph Anyanwu" userId="a9f4a03584880caa" providerId="LiveId" clId="{036C511A-FE14-4633-96F2-CD75C3A8418F}" dt="2026-03-13T04:11:13.170" v="2218"/>
          <ac:graphicFrameMkLst>
            <pc:docMk/>
            <pc:sldMk cId="4217725699" sldId="258"/>
            <ac:graphicFrameMk id="6" creationId="{ACDCA892-EC37-3E39-56BE-A371FD3E60E8}"/>
          </ac:graphicFrameMkLst>
        </pc:graphicFrameChg>
        <pc:picChg chg="add">
          <ac:chgData name="Joseph Anyanwu" userId="a9f4a03584880caa" providerId="LiveId" clId="{036C511A-FE14-4633-96F2-CD75C3A8418F}" dt="2026-03-13T04:09:51.664" v="2193" actId="26606"/>
          <ac:picMkLst>
            <pc:docMk/>
            <pc:sldMk cId="4217725699" sldId="258"/>
            <ac:picMk id="10" creationId="{F1B8F9CB-890B-4CB8-B503-188A763E2FC1}"/>
          </ac:picMkLst>
        </pc:picChg>
        <pc:picChg chg="add">
          <ac:chgData name="Joseph Anyanwu" userId="a9f4a03584880caa" providerId="LiveId" clId="{036C511A-FE14-4633-96F2-CD75C3A8418F}" dt="2026-03-13T04:09:51.664" v="2193" actId="26606"/>
          <ac:picMkLst>
            <pc:docMk/>
            <pc:sldMk cId="4217725699" sldId="258"/>
            <ac:picMk id="12" creationId="{AA632AB4-3837-4FD0-8B62-0A18B573F46D}"/>
          </ac:picMkLst>
        </pc:picChg>
        <pc:picChg chg="add">
          <ac:chgData name="Joseph Anyanwu" userId="a9f4a03584880caa" providerId="LiveId" clId="{036C511A-FE14-4633-96F2-CD75C3A8418F}" dt="2026-03-13T04:09:51.664" v="2193" actId="26606"/>
          <ac:picMkLst>
            <pc:docMk/>
            <pc:sldMk cId="4217725699" sldId="258"/>
            <ac:picMk id="16" creationId="{9CD2319A-6FA9-4EFB-9EDF-7304467425E8}"/>
          </ac:picMkLst>
        </pc:picChg>
        <pc:picChg chg="add">
          <ac:chgData name="Joseph Anyanwu" userId="a9f4a03584880caa" providerId="LiveId" clId="{036C511A-FE14-4633-96F2-CD75C3A8418F}" dt="2026-03-13T04:09:51.664" v="2193" actId="26606"/>
          <ac:picMkLst>
            <pc:docMk/>
            <pc:sldMk cId="4217725699" sldId="258"/>
            <ac:picMk id="18" creationId="{D1692A93-3514-4486-8B67-CCA4E0259BCB}"/>
          </ac:picMkLst>
        </pc:picChg>
      </pc:sldChg>
      <pc:sldChg chg="addSp delSp modSp mod setBg">
        <pc:chgData name="Joseph Anyanwu" userId="a9f4a03584880caa" providerId="LiveId" clId="{036C511A-FE14-4633-96F2-CD75C3A8418F}" dt="2026-03-13T04:17:35.925" v="2259" actId="2711"/>
        <pc:sldMkLst>
          <pc:docMk/>
          <pc:sldMk cId="3156888985" sldId="259"/>
        </pc:sldMkLst>
        <pc:spChg chg="mod">
          <ac:chgData name="Joseph Anyanwu" userId="a9f4a03584880caa" providerId="LiveId" clId="{036C511A-FE14-4633-96F2-CD75C3A8418F}" dt="2026-03-13T04:17:35.925" v="2259" actId="2711"/>
          <ac:spMkLst>
            <pc:docMk/>
            <pc:sldMk cId="3156888985" sldId="259"/>
            <ac:spMk id="3" creationId="{8CCBE25B-C632-FE9F-A13E-B2E6673D836E}"/>
          </ac:spMkLst>
        </pc:spChg>
        <pc:spChg chg="del mod">
          <ac:chgData name="Joseph Anyanwu" userId="a9f4a03584880caa" providerId="LiveId" clId="{036C511A-FE14-4633-96F2-CD75C3A8418F}" dt="2026-03-13T04:12:41.136" v="2221" actId="26606"/>
          <ac:spMkLst>
            <pc:docMk/>
            <pc:sldMk cId="3156888985" sldId="259"/>
            <ac:spMk id="5" creationId="{0D346057-8695-0C91-225E-3CC656408850}"/>
          </ac:spMkLst>
        </pc:spChg>
        <pc:spChg chg="add del">
          <ac:chgData name="Joseph Anyanwu" userId="a9f4a03584880caa" providerId="LiveId" clId="{036C511A-FE14-4633-96F2-CD75C3A8418F}" dt="2026-03-13T04:13:24.257" v="2223" actId="26606"/>
          <ac:spMkLst>
            <pc:docMk/>
            <pc:sldMk cId="3156888985" sldId="259"/>
            <ac:spMk id="15" creationId="{C393B4A7-6ABF-423D-A762-3CDB4897A833}"/>
          </ac:spMkLst>
        </pc:spChg>
        <pc:spChg chg="add del">
          <ac:chgData name="Joseph Anyanwu" userId="a9f4a03584880caa" providerId="LiveId" clId="{036C511A-FE14-4633-96F2-CD75C3A8418F}" dt="2026-03-13T04:13:24.257" v="2223" actId="26606"/>
          <ac:spMkLst>
            <pc:docMk/>
            <pc:sldMk cId="3156888985" sldId="259"/>
            <ac:spMk id="21" creationId="{01AD250C-F2EA-449F-9B14-DF5BB674C500}"/>
          </ac:spMkLst>
        </pc:spChg>
        <pc:spChg chg="add">
          <ac:chgData name="Joseph Anyanwu" userId="a9f4a03584880caa" providerId="LiveId" clId="{036C511A-FE14-4633-96F2-CD75C3A8418F}" dt="2026-03-13T04:13:24.257" v="2223" actId="26606"/>
          <ac:spMkLst>
            <pc:docMk/>
            <pc:sldMk cId="3156888985" sldId="259"/>
            <ac:spMk id="30" creationId="{C393B4A7-6ABF-423D-A762-3CDB4897A833}"/>
          </ac:spMkLst>
        </pc:spChg>
        <pc:spChg chg="add">
          <ac:chgData name="Joseph Anyanwu" userId="a9f4a03584880caa" providerId="LiveId" clId="{036C511A-FE14-4633-96F2-CD75C3A8418F}" dt="2026-03-13T04:13:24.257" v="2223" actId="26606"/>
          <ac:spMkLst>
            <pc:docMk/>
            <pc:sldMk cId="3156888985" sldId="259"/>
            <ac:spMk id="36" creationId="{01AD250C-F2EA-449F-9B14-DF5BB674C500}"/>
          </ac:spMkLst>
        </pc:spChg>
        <pc:graphicFrameChg chg="add mod">
          <ac:chgData name="Joseph Anyanwu" userId="a9f4a03584880caa" providerId="LiveId" clId="{036C511A-FE14-4633-96F2-CD75C3A8418F}" dt="2026-03-13T04:16:31.262" v="2254" actId="1076"/>
          <ac:graphicFrameMkLst>
            <pc:docMk/>
            <pc:sldMk cId="3156888985" sldId="259"/>
            <ac:graphicFrameMk id="7" creationId="{2C80511F-7187-FADA-218F-0F9335E67B2E}"/>
          </ac:graphicFrameMkLst>
        </pc:graphicFrameChg>
        <pc:picChg chg="add del">
          <ac:chgData name="Joseph Anyanwu" userId="a9f4a03584880caa" providerId="LiveId" clId="{036C511A-FE14-4633-96F2-CD75C3A8418F}" dt="2026-03-13T04:13:24.257" v="2223" actId="26606"/>
          <ac:picMkLst>
            <pc:docMk/>
            <pc:sldMk cId="3156888985" sldId="259"/>
            <ac:picMk id="11" creationId="{F1B8F9CB-890B-4CB8-B503-188A763E2FC1}"/>
          </ac:picMkLst>
        </pc:picChg>
        <pc:picChg chg="add del">
          <ac:chgData name="Joseph Anyanwu" userId="a9f4a03584880caa" providerId="LiveId" clId="{036C511A-FE14-4633-96F2-CD75C3A8418F}" dt="2026-03-13T04:13:24.257" v="2223" actId="26606"/>
          <ac:picMkLst>
            <pc:docMk/>
            <pc:sldMk cId="3156888985" sldId="259"/>
            <ac:picMk id="13" creationId="{AA632AB4-3837-4FD0-8B62-0A18B573F46D}"/>
          </ac:picMkLst>
        </pc:picChg>
        <pc:picChg chg="add">
          <ac:chgData name="Joseph Anyanwu" userId="a9f4a03584880caa" providerId="LiveId" clId="{036C511A-FE14-4633-96F2-CD75C3A8418F}" dt="2026-03-13T04:12:41.136" v="2221" actId="26606"/>
          <ac:picMkLst>
            <pc:docMk/>
            <pc:sldMk cId="3156888985" sldId="259"/>
            <ac:picMk id="17" creationId="{9CD2319A-6FA9-4EFB-9EDF-7304467425E8}"/>
          </ac:picMkLst>
        </pc:picChg>
        <pc:picChg chg="add">
          <ac:chgData name="Joseph Anyanwu" userId="a9f4a03584880caa" providerId="LiveId" clId="{036C511A-FE14-4633-96F2-CD75C3A8418F}" dt="2026-03-13T04:12:41.136" v="2221" actId="26606"/>
          <ac:picMkLst>
            <pc:docMk/>
            <pc:sldMk cId="3156888985" sldId="259"/>
            <ac:picMk id="19" creationId="{D1692A93-3514-4486-8B67-CCA4E0259BCB}"/>
          </ac:picMkLst>
        </pc:picChg>
        <pc:picChg chg="add">
          <ac:chgData name="Joseph Anyanwu" userId="a9f4a03584880caa" providerId="LiveId" clId="{036C511A-FE14-4633-96F2-CD75C3A8418F}" dt="2026-03-13T04:13:24.257" v="2223" actId="26606"/>
          <ac:picMkLst>
            <pc:docMk/>
            <pc:sldMk cId="3156888985" sldId="259"/>
            <ac:picMk id="26" creationId="{F1B8F9CB-890B-4CB8-B503-188A763E2FC1}"/>
          </ac:picMkLst>
        </pc:picChg>
        <pc:picChg chg="add">
          <ac:chgData name="Joseph Anyanwu" userId="a9f4a03584880caa" providerId="LiveId" clId="{036C511A-FE14-4633-96F2-CD75C3A8418F}" dt="2026-03-13T04:13:24.257" v="2223" actId="26606"/>
          <ac:picMkLst>
            <pc:docMk/>
            <pc:sldMk cId="3156888985" sldId="259"/>
            <ac:picMk id="28" creationId="{AA632AB4-3837-4FD0-8B62-0A18B573F46D}"/>
          </ac:picMkLst>
        </pc:picChg>
        <pc:picChg chg="add">
          <ac:chgData name="Joseph Anyanwu" userId="a9f4a03584880caa" providerId="LiveId" clId="{036C511A-FE14-4633-96F2-CD75C3A8418F}" dt="2026-03-13T04:13:24.257" v="2223" actId="26606"/>
          <ac:picMkLst>
            <pc:docMk/>
            <pc:sldMk cId="3156888985" sldId="259"/>
            <ac:picMk id="32" creationId="{9CD2319A-6FA9-4EFB-9EDF-7304467425E8}"/>
          </ac:picMkLst>
        </pc:picChg>
        <pc:picChg chg="add">
          <ac:chgData name="Joseph Anyanwu" userId="a9f4a03584880caa" providerId="LiveId" clId="{036C511A-FE14-4633-96F2-CD75C3A8418F}" dt="2026-03-13T04:13:24.257" v="2223" actId="26606"/>
          <ac:picMkLst>
            <pc:docMk/>
            <pc:sldMk cId="3156888985" sldId="259"/>
            <ac:picMk id="34" creationId="{D1692A93-3514-4486-8B67-CCA4E0259BCB}"/>
          </ac:picMkLst>
        </pc:picChg>
      </pc:sldChg>
      <pc:sldChg chg="addSp delSp modSp mod setBg setClrOvrMap">
        <pc:chgData name="Joseph Anyanwu" userId="a9f4a03584880caa" providerId="LiveId" clId="{036C511A-FE14-4633-96F2-CD75C3A8418F}" dt="2026-03-13T04:23:34.429" v="2285" actId="255"/>
        <pc:sldMkLst>
          <pc:docMk/>
          <pc:sldMk cId="3635728174" sldId="260"/>
        </pc:sldMkLst>
        <pc:spChg chg="mod">
          <ac:chgData name="Joseph Anyanwu" userId="a9f4a03584880caa" providerId="LiveId" clId="{036C511A-FE14-4633-96F2-CD75C3A8418F}" dt="2026-03-13T04:22:27.434" v="2281" actId="14100"/>
          <ac:spMkLst>
            <pc:docMk/>
            <pc:sldMk cId="3635728174" sldId="260"/>
            <ac:spMk id="3" creationId="{3E0B8E65-65EE-FF60-D89B-7C6C0A8FE1B4}"/>
          </ac:spMkLst>
        </pc:spChg>
        <pc:spChg chg="add del mod">
          <ac:chgData name="Joseph Anyanwu" userId="a9f4a03584880caa" providerId="LiveId" clId="{036C511A-FE14-4633-96F2-CD75C3A8418F}" dt="2026-03-12T14:22:04.856" v="1621" actId="26606"/>
          <ac:spMkLst>
            <pc:docMk/>
            <pc:sldMk cId="3635728174" sldId="260"/>
            <ac:spMk id="5" creationId="{CA5BE3AF-2B0B-96E7-DD7E-A6486225E746}"/>
          </ac:spMkLst>
        </pc:spChg>
        <pc:spChg chg="add del">
          <ac:chgData name="Joseph Anyanwu" userId="a9f4a03584880caa" providerId="LiveId" clId="{036C511A-FE14-4633-96F2-CD75C3A8418F}" dt="2026-03-12T14:21:16.700" v="1613" actId="26606"/>
          <ac:spMkLst>
            <pc:docMk/>
            <pc:sldMk cId="3635728174" sldId="260"/>
            <ac:spMk id="15" creationId="{C393B4A7-6ABF-423D-A762-3CDB4897A833}"/>
          </ac:spMkLst>
        </pc:spChg>
        <pc:spChg chg="add del">
          <ac:chgData name="Joseph Anyanwu" userId="a9f4a03584880caa" providerId="LiveId" clId="{036C511A-FE14-4633-96F2-CD75C3A8418F}" dt="2026-03-12T14:10:54.721" v="1566" actId="26606"/>
          <ac:spMkLst>
            <pc:docMk/>
            <pc:sldMk cId="3635728174" sldId="260"/>
            <ac:spMk id="16" creationId="{C393B4A7-6ABF-423D-A762-3CDB4897A833}"/>
          </ac:spMkLst>
        </pc:spChg>
        <pc:spChg chg="add del">
          <ac:chgData name="Joseph Anyanwu" userId="a9f4a03584880caa" providerId="LiveId" clId="{036C511A-FE14-4633-96F2-CD75C3A8418F}" dt="2026-03-12T14:21:16.700" v="1613" actId="26606"/>
          <ac:spMkLst>
            <pc:docMk/>
            <pc:sldMk cId="3635728174" sldId="260"/>
            <ac:spMk id="21" creationId="{01AD250C-F2EA-449F-9B14-DF5BB674C500}"/>
          </ac:spMkLst>
        </pc:spChg>
        <pc:spChg chg="add del">
          <ac:chgData name="Joseph Anyanwu" userId="a9f4a03584880caa" providerId="LiveId" clId="{036C511A-FE14-4633-96F2-CD75C3A8418F}" dt="2026-03-12T14:10:54.721" v="1566" actId="26606"/>
          <ac:spMkLst>
            <pc:docMk/>
            <pc:sldMk cId="3635728174" sldId="260"/>
            <ac:spMk id="22" creationId="{01AD250C-F2EA-449F-9B14-DF5BB674C500}"/>
          </ac:spMkLst>
        </pc:spChg>
        <pc:spChg chg="add del">
          <ac:chgData name="Joseph Anyanwu" userId="a9f4a03584880caa" providerId="LiveId" clId="{036C511A-FE14-4633-96F2-CD75C3A8418F}" dt="2026-03-12T14:10:54.721" v="1566" actId="26606"/>
          <ac:spMkLst>
            <pc:docMk/>
            <pc:sldMk cId="3635728174" sldId="260"/>
            <ac:spMk id="24" creationId="{F747F1B4-B831-4277-8AB0-32767F7EB7BF}"/>
          </ac:spMkLst>
        </pc:spChg>
        <pc:spChg chg="add del">
          <ac:chgData name="Joseph Anyanwu" userId="a9f4a03584880caa" providerId="LiveId" clId="{036C511A-FE14-4633-96F2-CD75C3A8418F}" dt="2026-03-12T14:10:54.721" v="1566" actId="26606"/>
          <ac:spMkLst>
            <pc:docMk/>
            <pc:sldMk cId="3635728174" sldId="260"/>
            <ac:spMk id="26" creationId="{D80CFA21-AB7C-4BEB-9BFF-05764FBBF3C6}"/>
          </ac:spMkLst>
        </pc:spChg>
        <pc:spChg chg="add del">
          <ac:chgData name="Joseph Anyanwu" userId="a9f4a03584880caa" providerId="LiveId" clId="{036C511A-FE14-4633-96F2-CD75C3A8418F}" dt="2026-03-12T14:10:54.721" v="1566" actId="26606"/>
          <ac:spMkLst>
            <pc:docMk/>
            <pc:sldMk cId="3635728174" sldId="260"/>
            <ac:spMk id="28" creationId="{12F7E335-851A-4CAE-B09F-E657819D4600}"/>
          </ac:spMkLst>
        </pc:spChg>
        <pc:spChg chg="add del">
          <ac:chgData name="Joseph Anyanwu" userId="a9f4a03584880caa" providerId="LiveId" clId="{036C511A-FE14-4633-96F2-CD75C3A8418F}" dt="2026-03-12T14:10:54.721" v="1566" actId="26606"/>
          <ac:spMkLst>
            <pc:docMk/>
            <pc:sldMk cId="3635728174" sldId="260"/>
            <ac:spMk id="30" creationId="{10B541F0-7F6E-402E-84D8-CF96EACA5FBC}"/>
          </ac:spMkLst>
        </pc:spChg>
        <pc:spChg chg="add del">
          <ac:chgData name="Joseph Anyanwu" userId="a9f4a03584880caa" providerId="LiveId" clId="{036C511A-FE14-4633-96F2-CD75C3A8418F}" dt="2026-03-13T04:07:42.321" v="2189" actId="26606"/>
          <ac:spMkLst>
            <pc:docMk/>
            <pc:sldMk cId="3635728174" sldId="260"/>
            <ac:spMk id="33" creationId="{C393B4A7-6ABF-423D-A762-3CDB4897A833}"/>
          </ac:spMkLst>
        </pc:spChg>
        <pc:spChg chg="add del">
          <ac:chgData name="Joseph Anyanwu" userId="a9f4a03584880caa" providerId="LiveId" clId="{036C511A-FE14-4633-96F2-CD75C3A8418F}" dt="2026-03-13T04:06:29.594" v="2181" actId="26606"/>
          <ac:spMkLst>
            <pc:docMk/>
            <pc:sldMk cId="3635728174" sldId="260"/>
            <ac:spMk id="34" creationId="{C393B4A7-6ABF-423D-A762-3CDB4897A833}"/>
          </ac:spMkLst>
        </pc:spChg>
        <pc:spChg chg="add del">
          <ac:chgData name="Joseph Anyanwu" userId="a9f4a03584880caa" providerId="LiveId" clId="{036C511A-FE14-4633-96F2-CD75C3A8418F}" dt="2026-03-13T04:07:42.321" v="2189" actId="26606"/>
          <ac:spMkLst>
            <pc:docMk/>
            <pc:sldMk cId="3635728174" sldId="260"/>
            <ac:spMk id="39" creationId="{01AD250C-F2EA-449F-9B14-DF5BB674C500}"/>
          </ac:spMkLst>
        </pc:spChg>
        <pc:spChg chg="add del">
          <ac:chgData name="Joseph Anyanwu" userId="a9f4a03584880caa" providerId="LiveId" clId="{036C511A-FE14-4633-96F2-CD75C3A8418F}" dt="2026-03-13T04:06:29.594" v="2181" actId="26606"/>
          <ac:spMkLst>
            <pc:docMk/>
            <pc:sldMk cId="3635728174" sldId="260"/>
            <ac:spMk id="40" creationId="{01AD250C-F2EA-449F-9B14-DF5BB674C500}"/>
          </ac:spMkLst>
        </pc:spChg>
        <pc:spChg chg="add">
          <ac:chgData name="Joseph Anyanwu" userId="a9f4a03584880caa" providerId="LiveId" clId="{036C511A-FE14-4633-96F2-CD75C3A8418F}" dt="2026-03-13T04:22:06.473" v="2273" actId="26606"/>
          <ac:spMkLst>
            <pc:docMk/>
            <pc:sldMk cId="3635728174" sldId="260"/>
            <ac:spMk id="43" creationId="{C393B4A7-6ABF-423D-A762-3CDB4897A833}"/>
          </ac:spMkLst>
        </pc:spChg>
        <pc:spChg chg="add">
          <ac:chgData name="Joseph Anyanwu" userId="a9f4a03584880caa" providerId="LiveId" clId="{036C511A-FE14-4633-96F2-CD75C3A8418F}" dt="2026-03-13T04:22:06.473" v="2273" actId="26606"/>
          <ac:spMkLst>
            <pc:docMk/>
            <pc:sldMk cId="3635728174" sldId="260"/>
            <ac:spMk id="46" creationId="{01AD250C-F2EA-449F-9B14-DF5BB674C500}"/>
          </ac:spMkLst>
        </pc:spChg>
        <pc:graphicFrameChg chg="add del mod">
          <ac:chgData name="Joseph Anyanwu" userId="a9f4a03584880caa" providerId="LiveId" clId="{036C511A-FE14-4633-96F2-CD75C3A8418F}" dt="2026-03-12T14:10:57.920" v="1568" actId="26606"/>
          <ac:graphicFrameMkLst>
            <pc:docMk/>
            <pc:sldMk cId="3635728174" sldId="260"/>
            <ac:graphicFrameMk id="7" creationId="{8C28263D-91AC-960E-CDE8-513FB99C0C41}"/>
          </ac:graphicFrameMkLst>
        </pc:graphicFrameChg>
        <pc:graphicFrameChg chg="add del">
          <ac:chgData name="Joseph Anyanwu" userId="a9f4a03584880caa" providerId="LiveId" clId="{036C511A-FE14-4633-96F2-CD75C3A8418F}" dt="2026-03-12T14:21:16.700" v="1613" actId="26606"/>
          <ac:graphicFrameMkLst>
            <pc:docMk/>
            <pc:sldMk cId="3635728174" sldId="260"/>
            <ac:graphicFrameMk id="8" creationId="{32CE10EA-A7FA-3020-5596-E35148262ECD}"/>
          </ac:graphicFrameMkLst>
        </pc:graphicFrameChg>
        <pc:graphicFrameChg chg="add del">
          <ac:chgData name="Joseph Anyanwu" userId="a9f4a03584880caa" providerId="LiveId" clId="{036C511A-FE14-4633-96F2-CD75C3A8418F}" dt="2026-03-12T14:21:27.852" v="1615" actId="26606"/>
          <ac:graphicFrameMkLst>
            <pc:docMk/>
            <pc:sldMk cId="3635728174" sldId="260"/>
            <ac:graphicFrameMk id="9" creationId="{5393F0E5-8456-368B-7AF8-DA3FBCE4E91B}"/>
          </ac:graphicFrameMkLst>
        </pc:graphicFrameChg>
        <pc:graphicFrameChg chg="add del">
          <ac:chgData name="Joseph Anyanwu" userId="a9f4a03584880caa" providerId="LiveId" clId="{036C511A-FE14-4633-96F2-CD75C3A8418F}" dt="2026-03-12T14:21:32.398" v="1617" actId="26606"/>
          <ac:graphicFrameMkLst>
            <pc:docMk/>
            <pc:sldMk cId="3635728174" sldId="260"/>
            <ac:graphicFrameMk id="10" creationId="{0A9FB3C8-6D85-BBE8-4F27-2DC06F7A1956}"/>
          </ac:graphicFrameMkLst>
        </pc:graphicFrameChg>
        <pc:graphicFrameChg chg="add del">
          <ac:chgData name="Joseph Anyanwu" userId="a9f4a03584880caa" providerId="LiveId" clId="{036C511A-FE14-4633-96F2-CD75C3A8418F}" dt="2026-03-12T14:21:50.896" v="1619" actId="26606"/>
          <ac:graphicFrameMkLst>
            <pc:docMk/>
            <pc:sldMk cId="3635728174" sldId="260"/>
            <ac:graphicFrameMk id="23" creationId="{DC286BB9-B26D-FD22-AAAE-661E7A8E9EA1}"/>
          </ac:graphicFrameMkLst>
        </pc:graphicFrameChg>
        <pc:graphicFrameChg chg="add mod modGraphic">
          <ac:chgData name="Joseph Anyanwu" userId="a9f4a03584880caa" providerId="LiveId" clId="{036C511A-FE14-4633-96F2-CD75C3A8418F}" dt="2026-03-13T04:23:34.429" v="2285" actId="255"/>
          <ac:graphicFrameMkLst>
            <pc:docMk/>
            <pc:sldMk cId="3635728174" sldId="260"/>
            <ac:graphicFrameMk id="25" creationId="{19342BC8-53E8-255E-0FFB-7D80ABE80F10}"/>
          </ac:graphicFrameMkLst>
        </pc:graphicFrameChg>
        <pc:picChg chg="add del">
          <ac:chgData name="Joseph Anyanwu" userId="a9f4a03584880caa" providerId="LiveId" clId="{036C511A-FE14-4633-96F2-CD75C3A8418F}" dt="2026-03-12T14:21:16.700" v="1613" actId="26606"/>
          <ac:picMkLst>
            <pc:docMk/>
            <pc:sldMk cId="3635728174" sldId="260"/>
            <ac:picMk id="11" creationId="{F1B8F9CB-890B-4CB8-B503-188A763E2FC1}"/>
          </ac:picMkLst>
        </pc:picChg>
        <pc:picChg chg="add del">
          <ac:chgData name="Joseph Anyanwu" userId="a9f4a03584880caa" providerId="LiveId" clId="{036C511A-FE14-4633-96F2-CD75C3A8418F}" dt="2026-03-12T14:21:16.700" v="1613" actId="26606"/>
          <ac:picMkLst>
            <pc:docMk/>
            <pc:sldMk cId="3635728174" sldId="260"/>
            <ac:picMk id="13" creationId="{AA632AB4-3837-4FD0-8B62-0A18B573F46D}"/>
          </ac:picMkLst>
        </pc:picChg>
        <pc:picChg chg="add del">
          <ac:chgData name="Joseph Anyanwu" userId="a9f4a03584880caa" providerId="LiveId" clId="{036C511A-FE14-4633-96F2-CD75C3A8418F}" dt="2026-03-12T14:10:54.721" v="1566" actId="26606"/>
          <ac:picMkLst>
            <pc:docMk/>
            <pc:sldMk cId="3635728174" sldId="260"/>
            <ac:picMk id="14" creationId="{AA632AB4-3837-4FD0-8B62-0A18B573F46D}"/>
          </ac:picMkLst>
        </pc:picChg>
        <pc:picChg chg="add del">
          <ac:chgData name="Joseph Anyanwu" userId="a9f4a03584880caa" providerId="LiveId" clId="{036C511A-FE14-4633-96F2-CD75C3A8418F}" dt="2026-03-12T14:21:16.700" v="1613" actId="26606"/>
          <ac:picMkLst>
            <pc:docMk/>
            <pc:sldMk cId="3635728174" sldId="260"/>
            <ac:picMk id="17" creationId="{9CD2319A-6FA9-4EFB-9EDF-7304467425E8}"/>
          </ac:picMkLst>
        </pc:picChg>
        <pc:picChg chg="add del">
          <ac:chgData name="Joseph Anyanwu" userId="a9f4a03584880caa" providerId="LiveId" clId="{036C511A-FE14-4633-96F2-CD75C3A8418F}" dt="2026-03-12T14:10:54.721" v="1566" actId="26606"/>
          <ac:picMkLst>
            <pc:docMk/>
            <pc:sldMk cId="3635728174" sldId="260"/>
            <ac:picMk id="18" creationId="{9CD2319A-6FA9-4EFB-9EDF-7304467425E8}"/>
          </ac:picMkLst>
        </pc:picChg>
        <pc:picChg chg="add del">
          <ac:chgData name="Joseph Anyanwu" userId="a9f4a03584880caa" providerId="LiveId" clId="{036C511A-FE14-4633-96F2-CD75C3A8418F}" dt="2026-03-12T14:21:16.700" v="1613" actId="26606"/>
          <ac:picMkLst>
            <pc:docMk/>
            <pc:sldMk cId="3635728174" sldId="260"/>
            <ac:picMk id="19" creationId="{D1692A93-3514-4486-8B67-CCA4E0259BCB}"/>
          </ac:picMkLst>
        </pc:picChg>
        <pc:picChg chg="add del">
          <ac:chgData name="Joseph Anyanwu" userId="a9f4a03584880caa" providerId="LiveId" clId="{036C511A-FE14-4633-96F2-CD75C3A8418F}" dt="2026-03-12T14:10:54.721" v="1566" actId="26606"/>
          <ac:picMkLst>
            <pc:docMk/>
            <pc:sldMk cId="3635728174" sldId="260"/>
            <ac:picMk id="20" creationId="{D1692A93-3514-4486-8B67-CCA4E0259BCB}"/>
          </ac:picMkLst>
        </pc:picChg>
        <pc:picChg chg="add del">
          <ac:chgData name="Joseph Anyanwu" userId="a9f4a03584880caa" providerId="LiveId" clId="{036C511A-FE14-4633-96F2-CD75C3A8418F}" dt="2026-03-13T04:06:29.594" v="2181" actId="26606"/>
          <ac:picMkLst>
            <pc:docMk/>
            <pc:sldMk cId="3635728174" sldId="260"/>
            <ac:picMk id="27" creationId="{F1B8F9CB-890B-4CB8-B503-188A763E2FC1}"/>
          </ac:picMkLst>
        </pc:picChg>
        <pc:picChg chg="add del">
          <ac:chgData name="Joseph Anyanwu" userId="a9f4a03584880caa" providerId="LiveId" clId="{036C511A-FE14-4633-96F2-CD75C3A8418F}" dt="2026-03-13T04:07:42.321" v="2189" actId="26606"/>
          <ac:picMkLst>
            <pc:docMk/>
            <pc:sldMk cId="3635728174" sldId="260"/>
            <ac:picMk id="29" creationId="{F1B8F9CB-890B-4CB8-B503-188A763E2FC1}"/>
          </ac:picMkLst>
        </pc:picChg>
        <pc:picChg chg="add del">
          <ac:chgData name="Joseph Anyanwu" userId="a9f4a03584880caa" providerId="LiveId" clId="{036C511A-FE14-4633-96F2-CD75C3A8418F}" dt="2026-03-13T04:07:42.321" v="2189" actId="26606"/>
          <ac:picMkLst>
            <pc:docMk/>
            <pc:sldMk cId="3635728174" sldId="260"/>
            <ac:picMk id="31" creationId="{AA632AB4-3837-4FD0-8B62-0A18B573F46D}"/>
          </ac:picMkLst>
        </pc:picChg>
        <pc:picChg chg="add del">
          <ac:chgData name="Joseph Anyanwu" userId="a9f4a03584880caa" providerId="LiveId" clId="{036C511A-FE14-4633-96F2-CD75C3A8418F}" dt="2026-03-13T04:06:29.594" v="2181" actId="26606"/>
          <ac:picMkLst>
            <pc:docMk/>
            <pc:sldMk cId="3635728174" sldId="260"/>
            <ac:picMk id="32" creationId="{AA632AB4-3837-4FD0-8B62-0A18B573F46D}"/>
          </ac:picMkLst>
        </pc:picChg>
        <pc:picChg chg="add del">
          <ac:chgData name="Joseph Anyanwu" userId="a9f4a03584880caa" providerId="LiveId" clId="{036C511A-FE14-4633-96F2-CD75C3A8418F}" dt="2026-03-13T04:07:42.321" v="2189" actId="26606"/>
          <ac:picMkLst>
            <pc:docMk/>
            <pc:sldMk cId="3635728174" sldId="260"/>
            <ac:picMk id="35" creationId="{9CD2319A-6FA9-4EFB-9EDF-7304467425E8}"/>
          </ac:picMkLst>
        </pc:picChg>
        <pc:picChg chg="add del">
          <ac:chgData name="Joseph Anyanwu" userId="a9f4a03584880caa" providerId="LiveId" clId="{036C511A-FE14-4633-96F2-CD75C3A8418F}" dt="2026-03-13T04:06:29.594" v="2181" actId="26606"/>
          <ac:picMkLst>
            <pc:docMk/>
            <pc:sldMk cId="3635728174" sldId="260"/>
            <ac:picMk id="36" creationId="{9CD2319A-6FA9-4EFB-9EDF-7304467425E8}"/>
          </ac:picMkLst>
        </pc:picChg>
        <pc:picChg chg="add del">
          <ac:chgData name="Joseph Anyanwu" userId="a9f4a03584880caa" providerId="LiveId" clId="{036C511A-FE14-4633-96F2-CD75C3A8418F}" dt="2026-03-13T04:07:42.321" v="2189" actId="26606"/>
          <ac:picMkLst>
            <pc:docMk/>
            <pc:sldMk cId="3635728174" sldId="260"/>
            <ac:picMk id="37" creationId="{D1692A93-3514-4486-8B67-CCA4E0259BCB}"/>
          </ac:picMkLst>
        </pc:picChg>
        <pc:picChg chg="add del">
          <ac:chgData name="Joseph Anyanwu" userId="a9f4a03584880caa" providerId="LiveId" clId="{036C511A-FE14-4633-96F2-CD75C3A8418F}" dt="2026-03-13T04:06:29.594" v="2181" actId="26606"/>
          <ac:picMkLst>
            <pc:docMk/>
            <pc:sldMk cId="3635728174" sldId="260"/>
            <ac:picMk id="38" creationId="{D1692A93-3514-4486-8B67-CCA4E0259BCB}"/>
          </ac:picMkLst>
        </pc:picChg>
        <pc:picChg chg="add">
          <ac:chgData name="Joseph Anyanwu" userId="a9f4a03584880caa" providerId="LiveId" clId="{036C511A-FE14-4633-96F2-CD75C3A8418F}" dt="2026-03-13T04:22:06.473" v="2273" actId="26606"/>
          <ac:picMkLst>
            <pc:docMk/>
            <pc:sldMk cId="3635728174" sldId="260"/>
            <ac:picMk id="41" creationId="{F1B8F9CB-890B-4CB8-B503-188A763E2FC1}"/>
          </ac:picMkLst>
        </pc:picChg>
        <pc:picChg chg="add">
          <ac:chgData name="Joseph Anyanwu" userId="a9f4a03584880caa" providerId="LiveId" clId="{036C511A-FE14-4633-96F2-CD75C3A8418F}" dt="2026-03-13T04:22:06.473" v="2273" actId="26606"/>
          <ac:picMkLst>
            <pc:docMk/>
            <pc:sldMk cId="3635728174" sldId="260"/>
            <ac:picMk id="42" creationId="{AA632AB4-3837-4FD0-8B62-0A18B573F46D}"/>
          </ac:picMkLst>
        </pc:picChg>
        <pc:picChg chg="add">
          <ac:chgData name="Joseph Anyanwu" userId="a9f4a03584880caa" providerId="LiveId" clId="{036C511A-FE14-4633-96F2-CD75C3A8418F}" dt="2026-03-13T04:22:06.473" v="2273" actId="26606"/>
          <ac:picMkLst>
            <pc:docMk/>
            <pc:sldMk cId="3635728174" sldId="260"/>
            <ac:picMk id="44" creationId="{9CD2319A-6FA9-4EFB-9EDF-7304467425E8}"/>
          </ac:picMkLst>
        </pc:picChg>
        <pc:picChg chg="add">
          <ac:chgData name="Joseph Anyanwu" userId="a9f4a03584880caa" providerId="LiveId" clId="{036C511A-FE14-4633-96F2-CD75C3A8418F}" dt="2026-03-13T04:22:06.473" v="2273" actId="26606"/>
          <ac:picMkLst>
            <pc:docMk/>
            <pc:sldMk cId="3635728174" sldId="260"/>
            <ac:picMk id="45" creationId="{D1692A93-3514-4486-8B67-CCA4E0259BCB}"/>
          </ac:picMkLst>
        </pc:picChg>
      </pc:sldChg>
      <pc:sldChg chg="addSp delSp modSp mod">
        <pc:chgData name="Joseph Anyanwu" userId="a9f4a03584880caa" providerId="LiveId" clId="{036C511A-FE14-4633-96F2-CD75C3A8418F}" dt="2026-03-13T04:30:13.119" v="2307" actId="208"/>
        <pc:sldMkLst>
          <pc:docMk/>
          <pc:sldMk cId="3453941629" sldId="261"/>
        </pc:sldMkLst>
        <pc:spChg chg="mod">
          <ac:chgData name="Joseph Anyanwu" userId="a9f4a03584880caa" providerId="LiveId" clId="{036C511A-FE14-4633-96F2-CD75C3A8418F}" dt="2026-03-13T04:25:00.308" v="2289" actId="2711"/>
          <ac:spMkLst>
            <pc:docMk/>
            <pc:sldMk cId="3453941629" sldId="261"/>
            <ac:spMk id="3" creationId="{34201A02-4A48-C2CF-6A8E-2BD6322E8B40}"/>
          </ac:spMkLst>
        </pc:spChg>
        <pc:spChg chg="mod">
          <ac:chgData name="Joseph Anyanwu" userId="a9f4a03584880caa" providerId="LiveId" clId="{036C511A-FE14-4633-96F2-CD75C3A8418F}" dt="2026-03-13T04:30:07.741" v="2306" actId="208"/>
          <ac:spMkLst>
            <pc:docMk/>
            <pc:sldMk cId="3453941629" sldId="261"/>
            <ac:spMk id="5" creationId="{3091AC6C-E28E-F888-E059-E22E556EE121}"/>
          </ac:spMkLst>
        </pc:spChg>
        <pc:spChg chg="add mod">
          <ac:chgData name="Joseph Anyanwu" userId="a9f4a03584880caa" providerId="LiveId" clId="{036C511A-FE14-4633-96F2-CD75C3A8418F}" dt="2026-03-13T04:30:13.119" v="2307" actId="208"/>
          <ac:spMkLst>
            <pc:docMk/>
            <pc:sldMk cId="3453941629" sldId="261"/>
            <ac:spMk id="12" creationId="{2632264F-8F9F-ADC5-CB1B-99F3F724F220}"/>
          </ac:spMkLst>
        </pc:spChg>
        <pc:picChg chg="add mod">
          <ac:chgData name="Joseph Anyanwu" userId="a9f4a03584880caa" providerId="LiveId" clId="{036C511A-FE14-4633-96F2-CD75C3A8418F}" dt="2026-03-13T04:24:53.340" v="2288"/>
          <ac:picMkLst>
            <pc:docMk/>
            <pc:sldMk cId="3453941629" sldId="261"/>
            <ac:picMk id="2" creationId="{E44FF28A-CDD4-380E-72C4-12174EDDA9B7}"/>
          </ac:picMkLst>
        </pc:picChg>
        <pc:picChg chg="add mod">
          <ac:chgData name="Joseph Anyanwu" userId="a9f4a03584880caa" providerId="LiveId" clId="{036C511A-FE14-4633-96F2-CD75C3A8418F}" dt="2026-03-13T04:24:53.340" v="2288"/>
          <ac:picMkLst>
            <pc:docMk/>
            <pc:sldMk cId="3453941629" sldId="261"/>
            <ac:picMk id="7" creationId="{7E9A71BE-B11F-C261-E4A5-758C0F6E9D78}"/>
          </ac:picMkLst>
        </pc:picChg>
        <pc:picChg chg="add del mod">
          <ac:chgData name="Joseph Anyanwu" userId="a9f4a03584880caa" providerId="LiveId" clId="{036C511A-FE14-4633-96F2-CD75C3A8418F}" dt="2026-03-13T04:24:34.800" v="2287" actId="21"/>
          <ac:picMkLst>
            <pc:docMk/>
            <pc:sldMk cId="3453941629" sldId="261"/>
            <ac:picMk id="8" creationId="{E44FF28A-CDD4-380E-72C4-12174EDDA9B7}"/>
          </ac:picMkLst>
        </pc:picChg>
        <pc:picChg chg="add del mod">
          <ac:chgData name="Joseph Anyanwu" userId="a9f4a03584880caa" providerId="LiveId" clId="{036C511A-FE14-4633-96F2-CD75C3A8418F}" dt="2026-03-13T04:24:34.800" v="2287" actId="21"/>
          <ac:picMkLst>
            <pc:docMk/>
            <pc:sldMk cId="3453941629" sldId="261"/>
            <ac:picMk id="10" creationId="{7E9A71BE-B11F-C261-E4A5-758C0F6E9D78}"/>
          </ac:picMkLst>
        </pc:picChg>
      </pc:sldChg>
      <pc:sldChg chg="del">
        <pc:chgData name="Joseph Anyanwu" userId="a9f4a03584880caa" providerId="LiveId" clId="{036C511A-FE14-4633-96F2-CD75C3A8418F}" dt="2026-03-13T04:55:55.907" v="2560" actId="2696"/>
        <pc:sldMkLst>
          <pc:docMk/>
          <pc:sldMk cId="1143282669" sldId="262"/>
        </pc:sldMkLst>
      </pc:sldChg>
      <pc:sldChg chg="addSp delSp modSp mod">
        <pc:chgData name="Joseph Anyanwu" userId="a9f4a03584880caa" providerId="LiveId" clId="{036C511A-FE14-4633-96F2-CD75C3A8418F}" dt="2026-03-13T04:29:18.722" v="2305" actId="208"/>
        <pc:sldMkLst>
          <pc:docMk/>
          <pc:sldMk cId="1419856882" sldId="263"/>
        </pc:sldMkLst>
        <pc:spChg chg="mod">
          <ac:chgData name="Joseph Anyanwu" userId="a9f4a03584880caa" providerId="LiveId" clId="{036C511A-FE14-4633-96F2-CD75C3A8418F}" dt="2026-03-13T04:25:32.902" v="2291" actId="2711"/>
          <ac:spMkLst>
            <pc:docMk/>
            <pc:sldMk cId="1419856882" sldId="263"/>
            <ac:spMk id="3" creationId="{1802ABC0-5439-F48F-AAED-ABDDFC018E33}"/>
          </ac:spMkLst>
        </pc:spChg>
        <pc:spChg chg="mod">
          <ac:chgData name="Joseph Anyanwu" userId="a9f4a03584880caa" providerId="LiveId" clId="{036C511A-FE14-4633-96F2-CD75C3A8418F}" dt="2026-03-13T04:29:18.722" v="2305" actId="208"/>
          <ac:spMkLst>
            <pc:docMk/>
            <pc:sldMk cId="1419856882" sldId="263"/>
            <ac:spMk id="5" creationId="{FE293761-91B7-2774-61A0-0121B2A02FC4}"/>
          </ac:spMkLst>
        </pc:spChg>
        <pc:spChg chg="mod">
          <ac:chgData name="Joseph Anyanwu" userId="a9f4a03584880caa" providerId="LiveId" clId="{036C511A-FE14-4633-96F2-CD75C3A8418F}" dt="2026-03-13T04:28:20.010" v="2303" actId="208"/>
          <ac:spMkLst>
            <pc:docMk/>
            <pc:sldMk cId="1419856882" sldId="263"/>
            <ac:spMk id="6" creationId="{AD816447-3E8E-5779-FAD8-24B58E273947}"/>
          </ac:spMkLst>
        </pc:spChg>
        <pc:picChg chg="add mod">
          <ac:chgData name="Joseph Anyanwu" userId="a9f4a03584880caa" providerId="LiveId" clId="{036C511A-FE14-4633-96F2-CD75C3A8418F}" dt="2026-03-11T20:59:44.053" v="1092" actId="14100"/>
          <ac:picMkLst>
            <pc:docMk/>
            <pc:sldMk cId="1419856882" sldId="263"/>
            <ac:picMk id="9" creationId="{D0A7CDCC-7165-E175-636E-E4DAC890B629}"/>
          </ac:picMkLst>
        </pc:picChg>
        <pc:picChg chg="add mod">
          <ac:chgData name="Joseph Anyanwu" userId="a9f4a03584880caa" providerId="LiveId" clId="{036C511A-FE14-4633-96F2-CD75C3A8418F}" dt="2026-03-11T21:00:01.102" v="1093" actId="1076"/>
          <ac:picMkLst>
            <pc:docMk/>
            <pc:sldMk cId="1419856882" sldId="263"/>
            <ac:picMk id="11" creationId="{BC6D6D9E-AC82-3B4A-91E0-D24491D34B4C}"/>
          </ac:picMkLst>
        </pc:picChg>
      </pc:sldChg>
      <pc:sldChg chg="del">
        <pc:chgData name="Joseph Anyanwu" userId="a9f4a03584880caa" providerId="LiveId" clId="{036C511A-FE14-4633-96F2-CD75C3A8418F}" dt="2026-03-12T13:48:07.394" v="1437" actId="2696"/>
        <pc:sldMkLst>
          <pc:docMk/>
          <pc:sldMk cId="771045155" sldId="264"/>
        </pc:sldMkLst>
      </pc:sldChg>
      <pc:sldChg chg="del">
        <pc:chgData name="Joseph Anyanwu" userId="a9f4a03584880caa" providerId="LiveId" clId="{036C511A-FE14-4633-96F2-CD75C3A8418F}" dt="2026-03-12T13:49:11.024" v="1438" actId="2696"/>
        <pc:sldMkLst>
          <pc:docMk/>
          <pc:sldMk cId="2968885215" sldId="265"/>
        </pc:sldMkLst>
      </pc:sldChg>
      <pc:sldChg chg="addSp delSp modSp add del mod">
        <pc:chgData name="Joseph Anyanwu" userId="a9f4a03584880caa" providerId="LiveId" clId="{036C511A-FE14-4633-96F2-CD75C3A8418F}" dt="2026-03-13T04:28:01.135" v="2302" actId="2711"/>
        <pc:sldMkLst>
          <pc:docMk/>
          <pc:sldMk cId="3018815379" sldId="266"/>
        </pc:sldMkLst>
        <pc:spChg chg="mod">
          <ac:chgData name="Joseph Anyanwu" userId="a9f4a03584880caa" providerId="LiveId" clId="{036C511A-FE14-4633-96F2-CD75C3A8418F}" dt="2026-03-13T04:28:01.135" v="2302" actId="2711"/>
          <ac:spMkLst>
            <pc:docMk/>
            <pc:sldMk cId="3018815379" sldId="266"/>
            <ac:spMk id="3" creationId="{AE541B01-5670-5974-7E6B-1CE2DF9A5E61}"/>
          </ac:spMkLst>
        </pc:spChg>
        <pc:spChg chg="del mod">
          <ac:chgData name="Joseph Anyanwu" userId="a9f4a03584880caa" providerId="LiveId" clId="{036C511A-FE14-4633-96F2-CD75C3A8418F}" dt="2026-03-12T13:55:51.624" v="1507" actId="26606"/>
          <ac:spMkLst>
            <pc:docMk/>
            <pc:sldMk cId="3018815379" sldId="266"/>
            <ac:spMk id="5" creationId="{A5676694-3DD1-68CE-AC30-2189967590F8}"/>
          </ac:spMkLst>
        </pc:spChg>
        <pc:graphicFrameChg chg="add">
          <ac:chgData name="Joseph Anyanwu" userId="a9f4a03584880caa" providerId="LiveId" clId="{036C511A-FE14-4633-96F2-CD75C3A8418F}" dt="2026-03-12T13:55:51.624" v="1507" actId="26606"/>
          <ac:graphicFrameMkLst>
            <pc:docMk/>
            <pc:sldMk cId="3018815379" sldId="266"/>
            <ac:graphicFrameMk id="10" creationId="{476334E7-A8BB-7796-A9F0-F7D2093ED439}"/>
          </ac:graphicFrameMkLst>
        </pc:graphicFrameChg>
        <pc:picChg chg="del">
          <ac:chgData name="Joseph Anyanwu" userId="a9f4a03584880caa" providerId="LiveId" clId="{036C511A-FE14-4633-96F2-CD75C3A8418F}" dt="2026-03-12T13:51:12.708" v="1441" actId="478"/>
          <ac:picMkLst>
            <pc:docMk/>
            <pc:sldMk cId="3018815379" sldId="266"/>
            <ac:picMk id="4" creationId="{E231CFDD-F377-47F3-45F6-933B1641255F}"/>
          </ac:picMkLst>
        </pc:picChg>
        <pc:picChg chg="add mod">
          <ac:chgData name="Joseph Anyanwu" userId="a9f4a03584880caa" providerId="LiveId" clId="{036C511A-FE14-4633-96F2-CD75C3A8418F}" dt="2026-03-12T13:54:24.453" v="1488" actId="1038"/>
          <ac:picMkLst>
            <pc:docMk/>
            <pc:sldMk cId="3018815379" sldId="266"/>
            <ac:picMk id="8" creationId="{793FFF1D-0079-81BD-9A17-EE1C290C22C5}"/>
          </ac:picMkLst>
        </pc:picChg>
      </pc:sldChg>
      <pc:sldChg chg="addSp delSp modSp mod">
        <pc:chgData name="Joseph Anyanwu" userId="a9f4a03584880caa" providerId="LiveId" clId="{036C511A-FE14-4633-96F2-CD75C3A8418F}" dt="2026-03-13T04:31:20.337" v="2311" actId="208"/>
        <pc:sldMkLst>
          <pc:docMk/>
          <pc:sldMk cId="3747518984" sldId="267"/>
        </pc:sldMkLst>
        <pc:spChg chg="mod">
          <ac:chgData name="Joseph Anyanwu" userId="a9f4a03584880caa" providerId="LiveId" clId="{036C511A-FE14-4633-96F2-CD75C3A8418F}" dt="2026-03-11T21:03:28.538" v="1098" actId="1076"/>
          <ac:spMkLst>
            <pc:docMk/>
            <pc:sldMk cId="3747518984" sldId="267"/>
            <ac:spMk id="3" creationId="{3F739776-D7DE-FCFA-D223-1DE62F9B519E}"/>
          </ac:spMkLst>
        </pc:spChg>
        <pc:spChg chg="mod">
          <ac:chgData name="Joseph Anyanwu" userId="a9f4a03584880caa" providerId="LiveId" clId="{036C511A-FE14-4633-96F2-CD75C3A8418F}" dt="2026-03-13T04:31:12.011" v="2309" actId="208"/>
          <ac:spMkLst>
            <pc:docMk/>
            <pc:sldMk cId="3747518984" sldId="267"/>
            <ac:spMk id="5" creationId="{DAFD3481-0692-CBC3-AF73-7A9845DB4AF0}"/>
          </ac:spMkLst>
        </pc:spChg>
        <pc:spChg chg="mod">
          <ac:chgData name="Joseph Anyanwu" userId="a9f4a03584880caa" providerId="LiveId" clId="{036C511A-FE14-4633-96F2-CD75C3A8418F}" dt="2026-03-13T04:31:20.337" v="2311" actId="208"/>
          <ac:spMkLst>
            <pc:docMk/>
            <pc:sldMk cId="3747518984" sldId="267"/>
            <ac:spMk id="6" creationId="{F828641A-171C-3AC6-1AA6-CB940A5CD213}"/>
          </ac:spMkLst>
        </pc:spChg>
        <pc:picChg chg="add mod">
          <ac:chgData name="Joseph Anyanwu" userId="a9f4a03584880caa" providerId="LiveId" clId="{036C511A-FE14-4633-96F2-CD75C3A8418F}" dt="2026-03-11T21:03:22.630" v="1097" actId="1076"/>
          <ac:picMkLst>
            <pc:docMk/>
            <pc:sldMk cId="3747518984" sldId="267"/>
            <ac:picMk id="9" creationId="{E5160266-4481-27E5-6243-FAE17719B5CE}"/>
          </ac:picMkLst>
        </pc:picChg>
        <pc:picChg chg="add del mod">
          <ac:chgData name="Joseph Anyanwu" userId="a9f4a03584880caa" providerId="LiveId" clId="{036C511A-FE14-4633-96F2-CD75C3A8418F}" dt="2026-03-12T12:58:43.388" v="1170" actId="478"/>
          <ac:picMkLst>
            <pc:docMk/>
            <pc:sldMk cId="3747518984" sldId="267"/>
            <ac:picMk id="11" creationId="{9A0CB96B-E653-0C61-9A34-B8BD7D491ABC}"/>
          </ac:picMkLst>
        </pc:picChg>
        <pc:picChg chg="add del mod">
          <ac:chgData name="Joseph Anyanwu" userId="a9f4a03584880caa" providerId="LiveId" clId="{036C511A-FE14-4633-96F2-CD75C3A8418F}" dt="2026-03-12T12:59:54.852" v="1175" actId="478"/>
          <ac:picMkLst>
            <pc:docMk/>
            <pc:sldMk cId="3747518984" sldId="267"/>
            <ac:picMk id="13" creationId="{DA724C46-D698-C875-04DC-5F0C8D5464C6}"/>
          </ac:picMkLst>
        </pc:picChg>
        <pc:picChg chg="add mod">
          <ac:chgData name="Joseph Anyanwu" userId="a9f4a03584880caa" providerId="LiveId" clId="{036C511A-FE14-4633-96F2-CD75C3A8418F}" dt="2026-03-12T13:00:05.036" v="1178" actId="1076"/>
          <ac:picMkLst>
            <pc:docMk/>
            <pc:sldMk cId="3747518984" sldId="267"/>
            <ac:picMk id="15" creationId="{5E771FA4-B789-85C3-607A-5BF0E592BF1F}"/>
          </ac:picMkLst>
        </pc:picChg>
      </pc:sldChg>
      <pc:sldChg chg="addSp delSp modSp mod">
        <pc:chgData name="Joseph Anyanwu" userId="a9f4a03584880caa" providerId="LiveId" clId="{036C511A-FE14-4633-96F2-CD75C3A8418F}" dt="2026-03-12T14:03:42.261" v="1548" actId="26606"/>
        <pc:sldMkLst>
          <pc:docMk/>
          <pc:sldMk cId="611275648" sldId="268"/>
        </pc:sldMkLst>
        <pc:spChg chg="mod">
          <ac:chgData name="Joseph Anyanwu" userId="a9f4a03584880caa" providerId="LiveId" clId="{036C511A-FE14-4633-96F2-CD75C3A8418F}" dt="2026-03-11T21:16:45.947" v="1139" actId="1076"/>
          <ac:spMkLst>
            <pc:docMk/>
            <pc:sldMk cId="611275648" sldId="268"/>
            <ac:spMk id="3" creationId="{8BBE6C85-39B6-7AA9-8212-EA4BBAADFBAF}"/>
          </ac:spMkLst>
        </pc:spChg>
        <pc:spChg chg="add del mod">
          <ac:chgData name="Joseph Anyanwu" userId="a9f4a03584880caa" providerId="LiveId" clId="{036C511A-FE14-4633-96F2-CD75C3A8418F}" dt="2026-03-12T14:03:42.261" v="1548" actId="26606"/>
          <ac:spMkLst>
            <pc:docMk/>
            <pc:sldMk cId="611275648" sldId="268"/>
            <ac:spMk id="5" creationId="{C7C0A27B-4A0D-687F-003E-77DFF96FCE9A}"/>
          </ac:spMkLst>
        </pc:spChg>
        <pc:graphicFrameChg chg="add del">
          <ac:chgData name="Joseph Anyanwu" userId="a9f4a03584880caa" providerId="LiveId" clId="{036C511A-FE14-4633-96F2-CD75C3A8418F}" dt="2026-03-12T14:03:28.214" v="1545" actId="26606"/>
          <ac:graphicFrameMkLst>
            <pc:docMk/>
            <pc:sldMk cId="611275648" sldId="268"/>
            <ac:graphicFrameMk id="7" creationId="{9D0CBE76-CAA6-86F7-EB91-E4AD37A1B5C7}"/>
          </ac:graphicFrameMkLst>
        </pc:graphicFrameChg>
        <pc:graphicFrameChg chg="add">
          <ac:chgData name="Joseph Anyanwu" userId="a9f4a03584880caa" providerId="LiveId" clId="{036C511A-FE14-4633-96F2-CD75C3A8418F}" dt="2026-03-12T14:03:42.261" v="1548" actId="26606"/>
          <ac:graphicFrameMkLst>
            <pc:docMk/>
            <pc:sldMk cId="611275648" sldId="268"/>
            <ac:graphicFrameMk id="8" creationId="{8E92F84C-A06B-55D4-5B54-9478EABC55A5}"/>
          </ac:graphicFrameMkLst>
        </pc:graphicFrameChg>
        <pc:graphicFrameChg chg="add del">
          <ac:chgData name="Joseph Anyanwu" userId="a9f4a03584880caa" providerId="LiveId" clId="{036C511A-FE14-4633-96F2-CD75C3A8418F}" dt="2026-03-12T14:03:38.549" v="1547" actId="26606"/>
          <ac:graphicFrameMkLst>
            <pc:docMk/>
            <pc:sldMk cId="611275648" sldId="268"/>
            <ac:graphicFrameMk id="9" creationId="{8E92F84C-A06B-55D4-5B54-9478EABC55A5}"/>
          </ac:graphicFrameMkLst>
        </pc:graphicFrameChg>
      </pc:sldChg>
      <pc:sldChg chg="addSp delSp modSp mod">
        <pc:chgData name="Joseph Anyanwu" userId="a9f4a03584880caa" providerId="LiveId" clId="{036C511A-FE14-4633-96F2-CD75C3A8418F}" dt="2026-03-13T04:32:25.332" v="2315" actId="208"/>
        <pc:sldMkLst>
          <pc:docMk/>
          <pc:sldMk cId="2265636826" sldId="269"/>
        </pc:sldMkLst>
        <pc:spChg chg="mod">
          <ac:chgData name="Joseph Anyanwu" userId="a9f4a03584880caa" providerId="LiveId" clId="{036C511A-FE14-4633-96F2-CD75C3A8418F}" dt="2026-03-12T13:05:05.516" v="1191" actId="1076"/>
          <ac:spMkLst>
            <pc:docMk/>
            <pc:sldMk cId="2265636826" sldId="269"/>
            <ac:spMk id="3" creationId="{08D104CF-87E1-1741-4CD0-1339AB5AFF4D}"/>
          </ac:spMkLst>
        </pc:spChg>
        <pc:spChg chg="add del mod">
          <ac:chgData name="Joseph Anyanwu" userId="a9f4a03584880caa" providerId="LiveId" clId="{036C511A-FE14-4633-96F2-CD75C3A8418F}" dt="2026-03-13T04:32:25.332" v="2315" actId="208"/>
          <ac:spMkLst>
            <pc:docMk/>
            <pc:sldMk cId="2265636826" sldId="269"/>
            <ac:spMk id="5" creationId="{C563334A-9627-CE89-878A-BE0FAA2EB44B}"/>
          </ac:spMkLst>
        </pc:spChg>
        <pc:graphicFrameChg chg="add del">
          <ac:chgData name="Joseph Anyanwu" userId="a9f4a03584880caa" providerId="LiveId" clId="{036C511A-FE14-4633-96F2-CD75C3A8418F}" dt="2026-03-13T04:32:18.771" v="2314" actId="26606"/>
          <ac:graphicFrameMkLst>
            <pc:docMk/>
            <pc:sldMk cId="2265636826" sldId="269"/>
            <ac:graphicFrameMk id="7" creationId="{C57CE596-5CA5-542A-B61D-59A8D30C5E1E}"/>
          </ac:graphicFrameMkLst>
        </pc:graphicFrameChg>
        <pc:picChg chg="del">
          <ac:chgData name="Joseph Anyanwu" userId="a9f4a03584880caa" providerId="LiveId" clId="{036C511A-FE14-4633-96F2-CD75C3A8418F}" dt="2026-03-12T13:04:24.054" v="1185" actId="478"/>
          <ac:picMkLst>
            <pc:docMk/>
            <pc:sldMk cId="2265636826" sldId="269"/>
            <ac:picMk id="4" creationId="{EE56A052-7EA7-D0D0-E918-C53E51A92BE2}"/>
          </ac:picMkLst>
        </pc:picChg>
      </pc:sldChg>
      <pc:sldChg chg="addSp delSp modSp mod">
        <pc:chgData name="Joseph Anyanwu" userId="a9f4a03584880caa" providerId="LiveId" clId="{036C511A-FE14-4633-96F2-CD75C3A8418F}" dt="2026-03-13T04:33:01.750" v="2321" actId="20577"/>
        <pc:sldMkLst>
          <pc:docMk/>
          <pc:sldMk cId="3801581659" sldId="270"/>
        </pc:sldMkLst>
        <pc:spChg chg="mod">
          <ac:chgData name="Joseph Anyanwu" userId="a9f4a03584880caa" providerId="LiveId" clId="{036C511A-FE14-4633-96F2-CD75C3A8418F}" dt="2026-03-12T13:12:09.795" v="1258"/>
          <ac:spMkLst>
            <pc:docMk/>
            <pc:sldMk cId="3801581659" sldId="270"/>
            <ac:spMk id="3" creationId="{47194E52-79DA-79CD-DFC7-CC8BF7691DFA}"/>
          </ac:spMkLst>
        </pc:spChg>
        <pc:spChg chg="mod">
          <ac:chgData name="Joseph Anyanwu" userId="a9f4a03584880caa" providerId="LiveId" clId="{036C511A-FE14-4633-96F2-CD75C3A8418F}" dt="2026-03-13T04:32:48.242" v="2318" actId="208"/>
          <ac:spMkLst>
            <pc:docMk/>
            <pc:sldMk cId="3801581659" sldId="270"/>
            <ac:spMk id="5" creationId="{EA7409B0-F76D-B62D-C8DF-69536CE630C7}"/>
          </ac:spMkLst>
        </pc:spChg>
        <pc:spChg chg="add mod">
          <ac:chgData name="Joseph Anyanwu" userId="a9f4a03584880caa" providerId="LiveId" clId="{036C511A-FE14-4633-96F2-CD75C3A8418F}" dt="2026-03-13T04:33:01.750" v="2321" actId="20577"/>
          <ac:spMkLst>
            <pc:docMk/>
            <pc:sldMk cId="3801581659" sldId="270"/>
            <ac:spMk id="9" creationId="{57227947-CD3C-F83F-4342-EBF44526CA9E}"/>
          </ac:spMkLst>
        </pc:spChg>
        <pc:picChg chg="del">
          <ac:chgData name="Joseph Anyanwu" userId="a9f4a03584880caa" providerId="LiveId" clId="{036C511A-FE14-4633-96F2-CD75C3A8418F}" dt="2026-03-12T13:12:34.812" v="1268" actId="478"/>
          <ac:picMkLst>
            <pc:docMk/>
            <pc:sldMk cId="3801581659" sldId="270"/>
            <ac:picMk id="6" creationId="{8E91A8C9-1CEA-7C83-6A7F-02BBD2EEB339}"/>
          </ac:picMkLst>
        </pc:picChg>
        <pc:picChg chg="add mod">
          <ac:chgData name="Joseph Anyanwu" userId="a9f4a03584880caa" providerId="LiveId" clId="{036C511A-FE14-4633-96F2-CD75C3A8418F}" dt="2026-03-12T13:18:46.151" v="1305" actId="14100"/>
          <ac:picMkLst>
            <pc:docMk/>
            <pc:sldMk cId="3801581659" sldId="270"/>
            <ac:picMk id="8" creationId="{60DBAB25-D734-92A1-35CF-E5F074C66F87}"/>
          </ac:picMkLst>
        </pc:picChg>
      </pc:sldChg>
      <pc:sldChg chg="modSp mod">
        <pc:chgData name="Joseph Anyanwu" userId="a9f4a03584880caa" providerId="LiveId" clId="{036C511A-FE14-4633-96F2-CD75C3A8418F}" dt="2026-03-13T04:58:30.888" v="2572" actId="113"/>
        <pc:sldMkLst>
          <pc:docMk/>
          <pc:sldMk cId="2723567413" sldId="271"/>
        </pc:sldMkLst>
        <pc:spChg chg="mod">
          <ac:chgData name="Joseph Anyanwu" userId="a9f4a03584880caa" providerId="LiveId" clId="{036C511A-FE14-4633-96F2-CD75C3A8418F}" dt="2026-03-13T04:58:30.888" v="2572" actId="113"/>
          <ac:spMkLst>
            <pc:docMk/>
            <pc:sldMk cId="2723567413" sldId="271"/>
            <ac:spMk id="2" creationId="{95B769E7-A8CB-62DA-E18E-B482B0F932C5}"/>
          </ac:spMkLst>
        </pc:spChg>
      </pc:sldChg>
      <pc:sldChg chg="del">
        <pc:chgData name="Joseph Anyanwu" userId="a9f4a03584880caa" providerId="LiveId" clId="{036C511A-FE14-4633-96F2-CD75C3A8418F}" dt="2026-03-13T04:55:58.560" v="2561" actId="2696"/>
        <pc:sldMkLst>
          <pc:docMk/>
          <pc:sldMk cId="2294398768" sldId="272"/>
        </pc:sldMkLst>
      </pc:sldChg>
      <pc:sldChg chg="del">
        <pc:chgData name="Joseph Anyanwu" userId="a9f4a03584880caa" providerId="LiveId" clId="{036C511A-FE14-4633-96F2-CD75C3A8418F}" dt="2026-03-13T04:56:17.694" v="2564" actId="2696"/>
        <pc:sldMkLst>
          <pc:docMk/>
          <pc:sldMk cId="1051918457" sldId="273"/>
        </pc:sldMkLst>
      </pc:sldChg>
      <pc:sldChg chg="del">
        <pc:chgData name="Joseph Anyanwu" userId="a9f4a03584880caa" providerId="LiveId" clId="{036C511A-FE14-4633-96F2-CD75C3A8418F}" dt="2026-03-13T04:56:01.972" v="2562" actId="2696"/>
        <pc:sldMkLst>
          <pc:docMk/>
          <pc:sldMk cId="2245299184" sldId="274"/>
        </pc:sldMkLst>
      </pc:sldChg>
      <pc:sldChg chg="del">
        <pc:chgData name="Joseph Anyanwu" userId="a9f4a03584880caa" providerId="LiveId" clId="{036C511A-FE14-4633-96F2-CD75C3A8418F}" dt="2026-03-13T04:56:13.007" v="2563" actId="2696"/>
        <pc:sldMkLst>
          <pc:docMk/>
          <pc:sldMk cId="31138465" sldId="275"/>
        </pc:sldMkLst>
      </pc:sldChg>
      <pc:sldChg chg="addSp delSp modSp add mod setBg setClrOvrMap">
        <pc:chgData name="Joseph Anyanwu" userId="a9f4a03584880caa" providerId="LiveId" clId="{036C511A-FE14-4633-96F2-CD75C3A8418F}" dt="2026-03-13T04:17:45.805" v="2261" actId="27636"/>
        <pc:sldMkLst>
          <pc:docMk/>
          <pc:sldMk cId="2886972133" sldId="276"/>
        </pc:sldMkLst>
        <pc:spChg chg="mod">
          <ac:chgData name="Joseph Anyanwu" userId="a9f4a03584880caa" providerId="LiveId" clId="{036C511A-FE14-4633-96F2-CD75C3A8418F}" dt="2026-03-13T04:17:45.805" v="2261" actId="27636"/>
          <ac:spMkLst>
            <pc:docMk/>
            <pc:sldMk cId="2886972133" sldId="276"/>
            <ac:spMk id="3" creationId="{3D9C1443-6933-EB73-97BB-EF8241935D00}"/>
          </ac:spMkLst>
        </pc:spChg>
        <pc:spChg chg="add del mod">
          <ac:chgData name="Joseph Anyanwu" userId="a9f4a03584880caa" providerId="LiveId" clId="{036C511A-FE14-4633-96F2-CD75C3A8418F}" dt="2026-03-13T04:14:29.896" v="2231" actId="26606"/>
          <ac:spMkLst>
            <pc:docMk/>
            <pc:sldMk cId="2886972133" sldId="276"/>
            <ac:spMk id="5" creationId="{ACD5DB93-05E1-C00D-837A-DF7EA29EA684}"/>
          </ac:spMkLst>
        </pc:spChg>
        <pc:spChg chg="add">
          <ac:chgData name="Joseph Anyanwu" userId="a9f4a03584880caa" providerId="LiveId" clId="{036C511A-FE14-4633-96F2-CD75C3A8418F}" dt="2026-03-13T04:14:29.896" v="2231" actId="26606"/>
          <ac:spMkLst>
            <pc:docMk/>
            <pc:sldMk cId="2886972133" sldId="276"/>
            <ac:spMk id="10" creationId="{C393B4A7-6ABF-423D-A762-3CDB4897A833}"/>
          </ac:spMkLst>
        </pc:spChg>
        <pc:spChg chg="add del">
          <ac:chgData name="Joseph Anyanwu" userId="a9f4a03584880caa" providerId="LiveId" clId="{036C511A-FE14-4633-96F2-CD75C3A8418F}" dt="2026-03-12T14:04:35.968" v="1550" actId="26606"/>
          <ac:spMkLst>
            <pc:docMk/>
            <pc:sldMk cId="2886972133" sldId="276"/>
            <ac:spMk id="14" creationId="{4FA533C5-33E3-4611-AF9F-72811D8B26A6}"/>
          </ac:spMkLst>
        </pc:spChg>
        <pc:spChg chg="add del">
          <ac:chgData name="Joseph Anyanwu" userId="a9f4a03584880caa" providerId="LiveId" clId="{036C511A-FE14-4633-96F2-CD75C3A8418F}" dt="2026-03-13T04:09:13.382" v="2192" actId="26606"/>
          <ac:spMkLst>
            <pc:docMk/>
            <pc:sldMk cId="2886972133" sldId="276"/>
            <ac:spMk id="15" creationId="{C393B4A7-6ABF-423D-A762-3CDB4897A833}"/>
          </ac:spMkLst>
        </pc:spChg>
        <pc:spChg chg="add del">
          <ac:chgData name="Joseph Anyanwu" userId="a9f4a03584880caa" providerId="LiveId" clId="{036C511A-FE14-4633-96F2-CD75C3A8418F}" dt="2026-03-12T14:04:35.968" v="1550" actId="26606"/>
          <ac:spMkLst>
            <pc:docMk/>
            <pc:sldMk cId="2886972133" sldId="276"/>
            <ac:spMk id="20" creationId="{87F0FDC4-AD8C-47D9-9131-623C98ADB0AE}"/>
          </ac:spMkLst>
        </pc:spChg>
        <pc:spChg chg="add del">
          <ac:chgData name="Joseph Anyanwu" userId="a9f4a03584880caa" providerId="LiveId" clId="{036C511A-FE14-4633-96F2-CD75C3A8418F}" dt="2026-03-13T04:09:13.382" v="2192" actId="26606"/>
          <ac:spMkLst>
            <pc:docMk/>
            <pc:sldMk cId="2886972133" sldId="276"/>
            <ac:spMk id="21" creationId="{01AD250C-F2EA-449F-9B14-DF5BB674C500}"/>
          </ac:spMkLst>
        </pc:spChg>
        <pc:spChg chg="add del">
          <ac:chgData name="Joseph Anyanwu" userId="a9f4a03584880caa" providerId="LiveId" clId="{036C511A-FE14-4633-96F2-CD75C3A8418F}" dt="2026-03-12T14:04:35.968" v="1550" actId="26606"/>
          <ac:spMkLst>
            <pc:docMk/>
            <pc:sldMk cId="2886972133" sldId="276"/>
            <ac:spMk id="22" creationId="{74CD14DB-BB81-479F-A1FC-1C75640E9F84}"/>
          </ac:spMkLst>
        </pc:spChg>
        <pc:spChg chg="add del">
          <ac:chgData name="Joseph Anyanwu" userId="a9f4a03584880caa" providerId="LiveId" clId="{036C511A-FE14-4633-96F2-CD75C3A8418F}" dt="2026-03-13T04:09:13.382" v="2192" actId="26606"/>
          <ac:spMkLst>
            <pc:docMk/>
            <pc:sldMk cId="2886972133" sldId="276"/>
            <ac:spMk id="23" creationId="{ABE6F9A3-300E-47F5-B41C-C8C5E758DE7C}"/>
          </ac:spMkLst>
        </pc:spChg>
        <pc:spChg chg="add del">
          <ac:chgData name="Joseph Anyanwu" userId="a9f4a03584880caa" providerId="LiveId" clId="{036C511A-FE14-4633-96F2-CD75C3A8418F}" dt="2026-03-12T14:04:35.968" v="1550" actId="26606"/>
          <ac:spMkLst>
            <pc:docMk/>
            <pc:sldMk cId="2886972133" sldId="276"/>
            <ac:spMk id="24" creationId="{C943A91B-7CA7-4592-A975-73B1BF8C4C74}"/>
          </ac:spMkLst>
        </pc:spChg>
        <pc:spChg chg="add del">
          <ac:chgData name="Joseph Anyanwu" userId="a9f4a03584880caa" providerId="LiveId" clId="{036C511A-FE14-4633-96F2-CD75C3A8418F}" dt="2026-03-13T04:09:13.382" v="2192" actId="26606"/>
          <ac:spMkLst>
            <pc:docMk/>
            <pc:sldMk cId="2886972133" sldId="276"/>
            <ac:spMk id="25" creationId="{61B4701B-39FE-43B8-86AA-D6B8789C2207}"/>
          </ac:spMkLst>
        </pc:spChg>
        <pc:spChg chg="add del">
          <ac:chgData name="Joseph Anyanwu" userId="a9f4a03584880caa" providerId="LiveId" clId="{036C511A-FE14-4633-96F2-CD75C3A8418F}" dt="2026-03-12T14:04:35.968" v="1550" actId="26606"/>
          <ac:spMkLst>
            <pc:docMk/>
            <pc:sldMk cId="2886972133" sldId="276"/>
            <ac:spMk id="26" creationId="{EC471314-E46A-414B-8D91-74880E84F187}"/>
          </ac:spMkLst>
        </pc:spChg>
        <pc:spChg chg="add del">
          <ac:chgData name="Joseph Anyanwu" userId="a9f4a03584880caa" providerId="LiveId" clId="{036C511A-FE14-4633-96F2-CD75C3A8418F}" dt="2026-03-13T04:09:13.382" v="2192" actId="26606"/>
          <ac:spMkLst>
            <pc:docMk/>
            <pc:sldMk cId="2886972133" sldId="276"/>
            <ac:spMk id="27" creationId="{E9A7EF13-49FA-4355-971A-34B065F35022}"/>
          </ac:spMkLst>
        </pc:spChg>
        <pc:spChg chg="add del">
          <ac:chgData name="Joseph Anyanwu" userId="a9f4a03584880caa" providerId="LiveId" clId="{036C511A-FE14-4633-96F2-CD75C3A8418F}" dt="2026-03-12T14:04:35.968" v="1550" actId="26606"/>
          <ac:spMkLst>
            <pc:docMk/>
            <pc:sldMk cId="2886972133" sldId="276"/>
            <ac:spMk id="28" creationId="{6A681326-1C9D-44A3-A627-3871BDAE4127}"/>
          </ac:spMkLst>
        </pc:spChg>
        <pc:spChg chg="add del">
          <ac:chgData name="Joseph Anyanwu" userId="a9f4a03584880caa" providerId="LiveId" clId="{036C511A-FE14-4633-96F2-CD75C3A8418F}" dt="2026-03-13T04:09:13.382" v="2192" actId="26606"/>
          <ac:spMkLst>
            <pc:docMk/>
            <pc:sldMk cId="2886972133" sldId="276"/>
            <ac:spMk id="29" creationId="{92CF3C3E-0F7B-4F0C-8EBD-BDD38E9C66F5}"/>
          </ac:spMkLst>
        </pc:spChg>
        <pc:spChg chg="add">
          <ac:chgData name="Joseph Anyanwu" userId="a9f4a03584880caa" providerId="LiveId" clId="{036C511A-FE14-4633-96F2-CD75C3A8418F}" dt="2026-03-13T04:14:29.896" v="2231" actId="26606"/>
          <ac:spMkLst>
            <pc:docMk/>
            <pc:sldMk cId="2886972133" sldId="276"/>
            <ac:spMk id="31" creationId="{01AD250C-F2EA-449F-9B14-DF5BB674C500}"/>
          </ac:spMkLst>
        </pc:spChg>
        <pc:graphicFrameChg chg="add mod">
          <ac:chgData name="Joseph Anyanwu" userId="a9f4a03584880caa" providerId="LiveId" clId="{036C511A-FE14-4633-96F2-CD75C3A8418F}" dt="2026-03-13T04:15:52.665" v="2245" actId="14100"/>
          <ac:graphicFrameMkLst>
            <pc:docMk/>
            <pc:sldMk cId="2886972133" sldId="276"/>
            <ac:graphicFrameMk id="32" creationId="{B6B08533-360B-E0E8-62F4-AC53DFD39900}"/>
          </ac:graphicFrameMkLst>
        </pc:graphicFrameChg>
        <pc:picChg chg="add">
          <ac:chgData name="Joseph Anyanwu" userId="a9f4a03584880caa" providerId="LiveId" clId="{036C511A-FE14-4633-96F2-CD75C3A8418F}" dt="2026-03-13T04:14:29.896" v="2231" actId="26606"/>
          <ac:picMkLst>
            <pc:docMk/>
            <pc:sldMk cId="2886972133" sldId="276"/>
            <ac:picMk id="8" creationId="{F1B8F9CB-890B-4CB8-B503-188A763E2FC1}"/>
          </ac:picMkLst>
        </pc:picChg>
        <pc:picChg chg="add">
          <ac:chgData name="Joseph Anyanwu" userId="a9f4a03584880caa" providerId="LiveId" clId="{036C511A-FE14-4633-96F2-CD75C3A8418F}" dt="2026-03-13T04:14:29.896" v="2231" actId="26606"/>
          <ac:picMkLst>
            <pc:docMk/>
            <pc:sldMk cId="2886972133" sldId="276"/>
            <ac:picMk id="9" creationId="{AA632AB4-3837-4FD0-8B62-0A18B573F46D}"/>
          </ac:picMkLst>
        </pc:picChg>
        <pc:picChg chg="add del">
          <ac:chgData name="Joseph Anyanwu" userId="a9f4a03584880caa" providerId="LiveId" clId="{036C511A-FE14-4633-96F2-CD75C3A8418F}" dt="2026-03-13T04:09:13.382" v="2192" actId="26606"/>
          <ac:picMkLst>
            <pc:docMk/>
            <pc:sldMk cId="2886972133" sldId="276"/>
            <ac:picMk id="11" creationId="{F1B8F9CB-890B-4CB8-B503-188A763E2FC1}"/>
          </ac:picMkLst>
        </pc:picChg>
        <pc:picChg chg="add del">
          <ac:chgData name="Joseph Anyanwu" userId="a9f4a03584880caa" providerId="LiveId" clId="{036C511A-FE14-4633-96F2-CD75C3A8418F}" dt="2026-03-12T14:04:35.968" v="1550" actId="26606"/>
          <ac:picMkLst>
            <pc:docMk/>
            <pc:sldMk cId="2886972133" sldId="276"/>
            <ac:picMk id="12" creationId="{2AE609E2-8522-44E4-9077-980E5BCF3E14}"/>
          </ac:picMkLst>
        </pc:picChg>
        <pc:picChg chg="add">
          <ac:chgData name="Joseph Anyanwu" userId="a9f4a03584880caa" providerId="LiveId" clId="{036C511A-FE14-4633-96F2-CD75C3A8418F}" dt="2026-03-13T04:14:29.896" v="2231" actId="26606"/>
          <ac:picMkLst>
            <pc:docMk/>
            <pc:sldMk cId="2886972133" sldId="276"/>
            <ac:picMk id="16" creationId="{9CD2319A-6FA9-4EFB-9EDF-7304467425E8}"/>
          </ac:picMkLst>
        </pc:picChg>
        <pc:picChg chg="add del">
          <ac:chgData name="Joseph Anyanwu" userId="a9f4a03584880caa" providerId="LiveId" clId="{036C511A-FE14-4633-96F2-CD75C3A8418F}" dt="2026-03-12T14:04:35.968" v="1550" actId="26606"/>
          <ac:picMkLst>
            <pc:docMk/>
            <pc:sldMk cId="2886972133" sldId="276"/>
            <ac:picMk id="18" creationId="{6AC7D913-60B7-4603-881B-831DA5D3A940}"/>
          </ac:picMkLst>
        </pc:picChg>
        <pc:picChg chg="add del">
          <ac:chgData name="Joseph Anyanwu" userId="a9f4a03584880caa" providerId="LiveId" clId="{036C511A-FE14-4633-96F2-CD75C3A8418F}" dt="2026-03-13T04:09:13.382" v="2192" actId="26606"/>
          <ac:picMkLst>
            <pc:docMk/>
            <pc:sldMk cId="2886972133" sldId="276"/>
            <ac:picMk id="19" creationId="{D1692A93-3514-4486-8B67-CCA4E0259BCB}"/>
          </ac:picMkLst>
        </pc:picChg>
        <pc:picChg chg="add">
          <ac:chgData name="Joseph Anyanwu" userId="a9f4a03584880caa" providerId="LiveId" clId="{036C511A-FE14-4633-96F2-CD75C3A8418F}" dt="2026-03-13T04:14:29.896" v="2231" actId="26606"/>
          <ac:picMkLst>
            <pc:docMk/>
            <pc:sldMk cId="2886972133" sldId="276"/>
            <ac:picMk id="30" creationId="{D1692A93-3514-4486-8B67-CCA4E0259BCB}"/>
          </ac:picMkLst>
        </pc:picChg>
      </pc:sldChg>
      <pc:sldChg chg="modSp add del mod">
        <pc:chgData name="Joseph Anyanwu" userId="a9f4a03584880caa" providerId="LiveId" clId="{036C511A-FE14-4633-96F2-CD75C3A8418F}" dt="2026-03-13T04:20:48.342" v="2271" actId="2696"/>
        <pc:sldMkLst>
          <pc:docMk/>
          <pc:sldMk cId="1779394748" sldId="277"/>
        </pc:sldMkLst>
        <pc:spChg chg="mod">
          <ac:chgData name="Joseph Anyanwu" userId="a9f4a03584880caa" providerId="LiveId" clId="{036C511A-FE14-4633-96F2-CD75C3A8418F}" dt="2026-03-13T04:18:02.676" v="2262" actId="2711"/>
          <ac:spMkLst>
            <pc:docMk/>
            <pc:sldMk cId="1779394748" sldId="277"/>
            <ac:spMk id="3" creationId="{CC11290D-8DF7-0A60-9C15-0478E280E9B2}"/>
          </ac:spMkLst>
        </pc:spChg>
        <pc:spChg chg="mod">
          <ac:chgData name="Joseph Anyanwu" userId="a9f4a03584880caa" providerId="LiveId" clId="{036C511A-FE14-4633-96F2-CD75C3A8418F}" dt="2026-03-12T14:07:58.953" v="1559" actId="20577"/>
          <ac:spMkLst>
            <pc:docMk/>
            <pc:sldMk cId="1779394748" sldId="277"/>
            <ac:spMk id="5" creationId="{23161D22-076C-BF1A-E2D7-07FEBE50D513}"/>
          </ac:spMkLst>
        </pc:spChg>
      </pc:sldChg>
      <pc:sldChg chg="addSp delSp modSp add mod ord">
        <pc:chgData name="Joseph Anyanwu" userId="a9f4a03584880caa" providerId="LiveId" clId="{036C511A-FE14-4633-96F2-CD75C3A8418F}" dt="2026-03-13T04:59:33.633" v="2575" actId="207"/>
        <pc:sldMkLst>
          <pc:docMk/>
          <pc:sldMk cId="2364869827" sldId="278"/>
        </pc:sldMkLst>
        <pc:spChg chg="mod">
          <ac:chgData name="Joseph Anyanwu" userId="a9f4a03584880caa" providerId="LiveId" clId="{036C511A-FE14-4633-96F2-CD75C3A8418F}" dt="2026-03-13T04:25:10.674" v="2290" actId="2711"/>
          <ac:spMkLst>
            <pc:docMk/>
            <pc:sldMk cId="2364869827" sldId="278"/>
            <ac:spMk id="3" creationId="{E7C3129D-DBC1-D597-345C-844ECDD63893}"/>
          </ac:spMkLst>
        </pc:spChg>
        <pc:spChg chg="add del mod">
          <ac:chgData name="Joseph Anyanwu" userId="a9f4a03584880caa" providerId="LiveId" clId="{036C511A-FE14-4633-96F2-CD75C3A8418F}" dt="2026-03-12T13:56:57.872" v="1512" actId="26606"/>
          <ac:spMkLst>
            <pc:docMk/>
            <pc:sldMk cId="2364869827" sldId="278"/>
            <ac:spMk id="5" creationId="{65F1BC02-ADDA-348B-360B-9BDA4DAE5AE2}"/>
          </ac:spMkLst>
        </pc:spChg>
        <pc:spChg chg="mod">
          <ac:chgData name="Joseph Anyanwu" userId="a9f4a03584880caa" providerId="LiveId" clId="{036C511A-FE14-4633-96F2-CD75C3A8418F}" dt="2026-03-13T04:59:33.633" v="2575" actId="207"/>
          <ac:spMkLst>
            <pc:docMk/>
            <pc:sldMk cId="2364869827" sldId="278"/>
            <ac:spMk id="12" creationId="{11652E4C-E1BF-D57D-6BE9-CE2141DE8DB2}"/>
          </ac:spMkLst>
        </pc:spChg>
        <pc:graphicFrameChg chg="add del">
          <ac:chgData name="Joseph Anyanwu" userId="a9f4a03584880caa" providerId="LiveId" clId="{036C511A-FE14-4633-96F2-CD75C3A8418F}" dt="2026-03-12T13:56:42.300" v="1509" actId="26606"/>
          <ac:graphicFrameMkLst>
            <pc:docMk/>
            <pc:sldMk cId="2364869827" sldId="278"/>
            <ac:graphicFrameMk id="20" creationId="{E5F5E72E-12D3-78DE-4FF7-CF532344A368}"/>
          </ac:graphicFrameMkLst>
        </pc:graphicFrameChg>
        <pc:graphicFrameChg chg="add del">
          <ac:chgData name="Joseph Anyanwu" userId="a9f4a03584880caa" providerId="LiveId" clId="{036C511A-FE14-4633-96F2-CD75C3A8418F}" dt="2026-03-12T13:56:57.860" v="1511" actId="26606"/>
          <ac:graphicFrameMkLst>
            <pc:docMk/>
            <pc:sldMk cId="2364869827" sldId="278"/>
            <ac:graphicFrameMk id="22" creationId="{F2A50633-F979-3F1B-1A0F-8868F4939DFF}"/>
          </ac:graphicFrameMkLst>
        </pc:graphicFrameChg>
        <pc:graphicFrameChg chg="add mod modGraphic">
          <ac:chgData name="Joseph Anyanwu" userId="a9f4a03584880caa" providerId="LiveId" clId="{036C511A-FE14-4633-96F2-CD75C3A8418F}" dt="2026-03-12T14:02:46.736" v="1543" actId="26606"/>
          <ac:graphicFrameMkLst>
            <pc:docMk/>
            <pc:sldMk cId="2364869827" sldId="278"/>
            <ac:graphicFrameMk id="24" creationId="{03C68A3C-321D-5DAB-7714-87CE0205B5F1}"/>
          </ac:graphicFrameMkLst>
        </pc:graphicFrameChg>
        <pc:picChg chg="add mod">
          <ac:chgData name="Joseph Anyanwu" userId="a9f4a03584880caa" providerId="LiveId" clId="{036C511A-FE14-4633-96F2-CD75C3A8418F}" dt="2026-03-11T20:23:26.892" v="944" actId="1076"/>
          <ac:picMkLst>
            <pc:docMk/>
            <pc:sldMk cId="2364869827" sldId="278"/>
            <ac:picMk id="7" creationId="{90A787DD-545D-5EFF-9576-BE3DCD51E407}"/>
          </ac:picMkLst>
        </pc:picChg>
        <pc:picChg chg="add mod">
          <ac:chgData name="Joseph Anyanwu" userId="a9f4a03584880caa" providerId="LiveId" clId="{036C511A-FE14-4633-96F2-CD75C3A8418F}" dt="2026-03-11T20:23:23.901" v="943" actId="1076"/>
          <ac:picMkLst>
            <pc:docMk/>
            <pc:sldMk cId="2364869827" sldId="278"/>
            <ac:picMk id="11" creationId="{9BB547F9-9B06-88A5-64F2-3505C428479C}"/>
          </ac:picMkLst>
        </pc:picChg>
        <pc:picChg chg="add mod">
          <ac:chgData name="Joseph Anyanwu" userId="a9f4a03584880caa" providerId="LiveId" clId="{036C511A-FE14-4633-96F2-CD75C3A8418F}" dt="2026-03-11T20:18:12.418" v="925" actId="14100"/>
          <ac:picMkLst>
            <pc:docMk/>
            <pc:sldMk cId="2364869827" sldId="278"/>
            <ac:picMk id="18" creationId="{722E9AA4-9C22-7D67-24B0-4775FB24C086}"/>
          </ac:picMkLst>
        </pc:picChg>
      </pc:sldChg>
      <pc:sldChg chg="addSp delSp modSp add mod">
        <pc:chgData name="Joseph Anyanwu" userId="a9f4a03584880caa" providerId="LiveId" clId="{036C511A-FE14-4633-96F2-CD75C3A8418F}" dt="2026-03-13T04:37:06.780" v="2345" actId="208"/>
        <pc:sldMkLst>
          <pc:docMk/>
          <pc:sldMk cId="2170002433" sldId="279"/>
        </pc:sldMkLst>
        <pc:spChg chg="mod">
          <ac:chgData name="Joseph Anyanwu" userId="a9f4a03584880caa" providerId="LiveId" clId="{036C511A-FE14-4633-96F2-CD75C3A8418F}" dt="2026-03-12T13:17:27.239" v="1290" actId="20577"/>
          <ac:spMkLst>
            <pc:docMk/>
            <pc:sldMk cId="2170002433" sldId="279"/>
            <ac:spMk id="3" creationId="{7AA3BF3C-B67C-736A-704D-DC9726B112AD}"/>
          </ac:spMkLst>
        </pc:spChg>
        <pc:spChg chg="del mod">
          <ac:chgData name="Joseph Anyanwu" userId="a9f4a03584880caa" providerId="LiveId" clId="{036C511A-FE14-4633-96F2-CD75C3A8418F}" dt="2026-03-12T13:25:07.195" v="1369" actId="26606"/>
          <ac:spMkLst>
            <pc:docMk/>
            <pc:sldMk cId="2170002433" sldId="279"/>
            <ac:spMk id="5" creationId="{0ECDAF7E-26A8-F511-1143-ECBD1CF8E5B7}"/>
          </ac:spMkLst>
        </pc:spChg>
        <pc:spChg chg="mod">
          <ac:chgData name="Joseph Anyanwu" userId="a9f4a03584880caa" providerId="LiveId" clId="{036C511A-FE14-4633-96F2-CD75C3A8418F}" dt="2026-03-13T04:37:06.780" v="2345" actId="208"/>
          <ac:spMkLst>
            <pc:docMk/>
            <pc:sldMk cId="2170002433" sldId="279"/>
            <ac:spMk id="9" creationId="{A5EF23A7-DFB9-CF45-3E7E-CF9A355D5D35}"/>
          </ac:spMkLst>
        </pc:spChg>
        <pc:graphicFrameChg chg="add">
          <ac:chgData name="Joseph Anyanwu" userId="a9f4a03584880caa" providerId="LiveId" clId="{036C511A-FE14-4633-96F2-CD75C3A8418F}" dt="2026-03-12T13:25:07.195" v="1369" actId="26606"/>
          <ac:graphicFrameMkLst>
            <pc:docMk/>
            <pc:sldMk cId="2170002433" sldId="279"/>
            <ac:graphicFrameMk id="11" creationId="{02B35298-F2FB-CE77-7233-F1DD5ACA790E}"/>
          </ac:graphicFrameMkLst>
        </pc:graphicFrameChg>
        <pc:picChg chg="add mod">
          <ac:chgData name="Joseph Anyanwu" userId="a9f4a03584880caa" providerId="LiveId" clId="{036C511A-FE14-4633-96F2-CD75C3A8418F}" dt="2026-03-12T13:21:37.933" v="1332" actId="1076"/>
          <ac:picMkLst>
            <pc:docMk/>
            <pc:sldMk cId="2170002433" sldId="279"/>
            <ac:picMk id="7" creationId="{2BC5772C-F208-66CE-5B57-D293191189CA}"/>
          </ac:picMkLst>
        </pc:picChg>
        <pc:picChg chg="del mod">
          <ac:chgData name="Joseph Anyanwu" userId="a9f4a03584880caa" providerId="LiveId" clId="{036C511A-FE14-4633-96F2-CD75C3A8418F}" dt="2026-03-12T13:19:15.984" v="1306" actId="478"/>
          <ac:picMkLst>
            <pc:docMk/>
            <pc:sldMk cId="2170002433" sldId="279"/>
            <ac:picMk id="8" creationId="{8BC7A794-7FCB-19F1-5B88-0C6A7C899431}"/>
          </ac:picMkLst>
        </pc:picChg>
      </pc:sldChg>
      <pc:sldChg chg="addSp delSp modSp add mod">
        <pc:chgData name="Joseph Anyanwu" userId="a9f4a03584880caa" providerId="LiveId" clId="{036C511A-FE14-4633-96F2-CD75C3A8418F}" dt="2026-03-13T04:45:45.720" v="2416" actId="2711"/>
        <pc:sldMkLst>
          <pc:docMk/>
          <pc:sldMk cId="3700783820" sldId="280"/>
        </pc:sldMkLst>
        <pc:spChg chg="mod">
          <ac:chgData name="Joseph Anyanwu" userId="a9f4a03584880caa" providerId="LiveId" clId="{036C511A-FE14-4633-96F2-CD75C3A8418F}" dt="2026-03-13T04:45:45.720" v="2416" actId="2711"/>
          <ac:spMkLst>
            <pc:docMk/>
            <pc:sldMk cId="3700783820" sldId="280"/>
            <ac:spMk id="3" creationId="{7CF025C9-F340-6B8D-FCC8-A97D0426D414}"/>
          </ac:spMkLst>
        </pc:spChg>
        <pc:spChg chg="del mod">
          <ac:chgData name="Joseph Anyanwu" userId="a9f4a03584880caa" providerId="LiveId" clId="{036C511A-FE14-4633-96F2-CD75C3A8418F}" dt="2026-03-12T13:24:46.176" v="1368" actId="26606"/>
          <ac:spMkLst>
            <pc:docMk/>
            <pc:sldMk cId="3700783820" sldId="280"/>
            <ac:spMk id="5" creationId="{ACD465C3-063F-D405-E88C-4C3E50F93C8A}"/>
          </ac:spMkLst>
        </pc:spChg>
        <pc:spChg chg="mod">
          <ac:chgData name="Joseph Anyanwu" userId="a9f4a03584880caa" providerId="LiveId" clId="{036C511A-FE14-4633-96F2-CD75C3A8418F}" dt="2026-03-13T04:35:56.054" v="2341" actId="208"/>
          <ac:spMkLst>
            <pc:docMk/>
            <pc:sldMk cId="3700783820" sldId="280"/>
            <ac:spMk id="9" creationId="{0106326F-62C9-562D-7BE1-3BB689A0A3DB}"/>
          </ac:spMkLst>
        </pc:spChg>
        <pc:graphicFrameChg chg="add modGraphic">
          <ac:chgData name="Joseph Anyanwu" userId="a9f4a03584880caa" providerId="LiveId" clId="{036C511A-FE14-4633-96F2-CD75C3A8418F}" dt="2026-03-13T04:36:30.383" v="2343" actId="26606"/>
          <ac:graphicFrameMkLst>
            <pc:docMk/>
            <pc:sldMk cId="3700783820" sldId="280"/>
            <ac:graphicFrameMk id="11" creationId="{AA1421DD-5ED9-EECB-8C4A-4FD10CF68118}"/>
          </ac:graphicFrameMkLst>
        </pc:graphicFrameChg>
        <pc:picChg chg="add mod">
          <ac:chgData name="Joseph Anyanwu" userId="a9f4a03584880caa" providerId="LiveId" clId="{036C511A-FE14-4633-96F2-CD75C3A8418F}" dt="2026-03-12T13:24:07.795" v="1367" actId="1076"/>
          <ac:picMkLst>
            <pc:docMk/>
            <pc:sldMk cId="3700783820" sldId="280"/>
            <ac:picMk id="7" creationId="{27FAF6CE-F52A-E6DC-FF1C-F2891D6EBA4C}"/>
          </ac:picMkLst>
        </pc:picChg>
        <pc:picChg chg="del mod">
          <ac:chgData name="Joseph Anyanwu" userId="a9f4a03584880caa" providerId="LiveId" clId="{036C511A-FE14-4633-96F2-CD75C3A8418F}" dt="2026-03-12T13:23:52.364" v="1363" actId="478"/>
          <ac:picMkLst>
            <pc:docMk/>
            <pc:sldMk cId="3700783820" sldId="280"/>
            <ac:picMk id="8" creationId="{9D582690-55F8-A63A-48F4-68E1CAAF1B89}"/>
          </ac:picMkLst>
        </pc:picChg>
      </pc:sldChg>
      <pc:sldChg chg="addSp delSp modSp add mod ord setBg">
        <pc:chgData name="Joseph Anyanwu" userId="a9f4a03584880caa" providerId="LiveId" clId="{036C511A-FE14-4633-96F2-CD75C3A8418F}" dt="2026-03-13T04:45:26.076" v="2413" actId="255"/>
        <pc:sldMkLst>
          <pc:docMk/>
          <pc:sldMk cId="797639557" sldId="281"/>
        </pc:sldMkLst>
        <pc:spChg chg="mod">
          <ac:chgData name="Joseph Anyanwu" userId="a9f4a03584880caa" providerId="LiveId" clId="{036C511A-FE14-4633-96F2-CD75C3A8418F}" dt="2026-03-13T04:44:55.642" v="2411" actId="2711"/>
          <ac:spMkLst>
            <pc:docMk/>
            <pc:sldMk cId="797639557" sldId="281"/>
            <ac:spMk id="3" creationId="{FB87C14A-B166-A1E1-4616-D544A661936A}"/>
          </ac:spMkLst>
        </pc:spChg>
        <pc:spChg chg="add del mod">
          <ac:chgData name="Joseph Anyanwu" userId="a9f4a03584880caa" providerId="LiveId" clId="{036C511A-FE14-4633-96F2-CD75C3A8418F}" dt="2026-03-12T14:29:29.316" v="1646" actId="478"/>
          <ac:spMkLst>
            <pc:docMk/>
            <pc:sldMk cId="797639557" sldId="281"/>
            <ac:spMk id="4" creationId="{4A9CB993-36CA-486E-735A-72BD2CC96492}"/>
          </ac:spMkLst>
        </pc:spChg>
        <pc:spChg chg="add del mod">
          <ac:chgData name="Joseph Anyanwu" userId="a9f4a03584880caa" providerId="LiveId" clId="{036C511A-FE14-4633-96F2-CD75C3A8418F}" dt="2026-03-12T14:28:09.303" v="1637" actId="26606"/>
          <ac:spMkLst>
            <pc:docMk/>
            <pc:sldMk cId="797639557" sldId="281"/>
            <ac:spMk id="5" creationId="{898ED927-4D80-583F-6A7D-743111F7BECE}"/>
          </ac:spMkLst>
        </pc:spChg>
        <pc:spChg chg="add">
          <ac:chgData name="Joseph Anyanwu" userId="a9f4a03584880caa" providerId="LiveId" clId="{036C511A-FE14-4633-96F2-CD75C3A8418F}" dt="2026-03-12T14:28:09.303" v="1637" actId="26606"/>
          <ac:spMkLst>
            <pc:docMk/>
            <pc:sldMk cId="797639557" sldId="281"/>
            <ac:spMk id="12" creationId="{C393B4A7-6ABF-423D-A762-3CDB4897A833}"/>
          </ac:spMkLst>
        </pc:spChg>
        <pc:spChg chg="add del">
          <ac:chgData name="Joseph Anyanwu" userId="a9f4a03584880caa" providerId="LiveId" clId="{036C511A-FE14-4633-96F2-CD75C3A8418F}" dt="2026-03-12T14:26:01.236" v="1630" actId="26606"/>
          <ac:spMkLst>
            <pc:docMk/>
            <pc:sldMk cId="797639557" sldId="281"/>
            <ac:spMk id="15" creationId="{C393B4A7-6ABF-423D-A762-3CDB4897A833}"/>
          </ac:spMkLst>
        </pc:spChg>
        <pc:spChg chg="add">
          <ac:chgData name="Joseph Anyanwu" userId="a9f4a03584880caa" providerId="LiveId" clId="{036C511A-FE14-4633-96F2-CD75C3A8418F}" dt="2026-03-12T14:28:09.303" v="1637" actId="26606"/>
          <ac:spMkLst>
            <pc:docMk/>
            <pc:sldMk cId="797639557" sldId="281"/>
            <ac:spMk id="18" creationId="{01AD250C-F2EA-449F-9B14-DF5BB674C500}"/>
          </ac:spMkLst>
        </pc:spChg>
        <pc:spChg chg="add del">
          <ac:chgData name="Joseph Anyanwu" userId="a9f4a03584880caa" providerId="LiveId" clId="{036C511A-FE14-4633-96F2-CD75C3A8418F}" dt="2026-03-12T14:26:01.236" v="1630" actId="26606"/>
          <ac:spMkLst>
            <pc:docMk/>
            <pc:sldMk cId="797639557" sldId="281"/>
            <ac:spMk id="21" creationId="{01AD250C-F2EA-449F-9B14-DF5BB674C500}"/>
          </ac:spMkLst>
        </pc:spChg>
        <pc:graphicFrameChg chg="add del">
          <ac:chgData name="Joseph Anyanwu" userId="a9f4a03584880caa" providerId="LiveId" clId="{036C511A-FE14-4633-96F2-CD75C3A8418F}" dt="2026-03-12T14:25:25.439" v="1626" actId="26606"/>
          <ac:graphicFrameMkLst>
            <pc:docMk/>
            <pc:sldMk cId="797639557" sldId="281"/>
            <ac:graphicFrameMk id="7" creationId="{A3EE90A4-22D2-7148-6F59-68F209D4043F}"/>
          </ac:graphicFrameMkLst>
        </pc:graphicFrameChg>
        <pc:graphicFrameChg chg="add del mod">
          <ac:chgData name="Joseph Anyanwu" userId="a9f4a03584880caa" providerId="LiveId" clId="{036C511A-FE14-4633-96F2-CD75C3A8418F}" dt="2026-03-12T14:26:01.236" v="1630" actId="26606"/>
          <ac:graphicFrameMkLst>
            <pc:docMk/>
            <pc:sldMk cId="797639557" sldId="281"/>
            <ac:graphicFrameMk id="8" creationId="{59884309-9FF4-C1C7-49CD-086E0874AB25}"/>
          </ac:graphicFrameMkLst>
        </pc:graphicFrameChg>
        <pc:graphicFrameChg chg="add mod">
          <ac:chgData name="Joseph Anyanwu" userId="a9f4a03584880caa" providerId="LiveId" clId="{036C511A-FE14-4633-96F2-CD75C3A8418F}" dt="2026-03-13T04:45:26.076" v="2413" actId="255"/>
          <ac:graphicFrameMkLst>
            <pc:docMk/>
            <pc:sldMk cId="797639557" sldId="281"/>
            <ac:graphicFrameMk id="20" creationId="{5D7FE8F4-4973-D8EE-8B8E-019710319C8F}"/>
          </ac:graphicFrameMkLst>
        </pc:graphicFrameChg>
        <pc:picChg chg="add">
          <ac:chgData name="Joseph Anyanwu" userId="a9f4a03584880caa" providerId="LiveId" clId="{036C511A-FE14-4633-96F2-CD75C3A8418F}" dt="2026-03-12T14:28:09.303" v="1637" actId="26606"/>
          <ac:picMkLst>
            <pc:docMk/>
            <pc:sldMk cId="797639557" sldId="281"/>
            <ac:picMk id="9" creationId="{F1B8F9CB-890B-4CB8-B503-188A763E2FC1}"/>
          </ac:picMkLst>
        </pc:picChg>
        <pc:picChg chg="add">
          <ac:chgData name="Joseph Anyanwu" userId="a9f4a03584880caa" providerId="LiveId" clId="{036C511A-FE14-4633-96F2-CD75C3A8418F}" dt="2026-03-12T14:28:09.303" v="1637" actId="26606"/>
          <ac:picMkLst>
            <pc:docMk/>
            <pc:sldMk cId="797639557" sldId="281"/>
            <ac:picMk id="10" creationId="{AA632AB4-3837-4FD0-8B62-0A18B573F46D}"/>
          </ac:picMkLst>
        </pc:picChg>
        <pc:picChg chg="add del">
          <ac:chgData name="Joseph Anyanwu" userId="a9f4a03584880caa" providerId="LiveId" clId="{036C511A-FE14-4633-96F2-CD75C3A8418F}" dt="2026-03-12T14:26:01.236" v="1630" actId="26606"/>
          <ac:picMkLst>
            <pc:docMk/>
            <pc:sldMk cId="797639557" sldId="281"/>
            <ac:picMk id="11" creationId="{F1B8F9CB-890B-4CB8-B503-188A763E2FC1}"/>
          </ac:picMkLst>
        </pc:picChg>
        <pc:picChg chg="add del">
          <ac:chgData name="Joseph Anyanwu" userId="a9f4a03584880caa" providerId="LiveId" clId="{036C511A-FE14-4633-96F2-CD75C3A8418F}" dt="2026-03-12T14:26:01.236" v="1630" actId="26606"/>
          <ac:picMkLst>
            <pc:docMk/>
            <pc:sldMk cId="797639557" sldId="281"/>
            <ac:picMk id="13" creationId="{AA632AB4-3837-4FD0-8B62-0A18B573F46D}"/>
          </ac:picMkLst>
        </pc:picChg>
        <pc:picChg chg="add">
          <ac:chgData name="Joseph Anyanwu" userId="a9f4a03584880caa" providerId="LiveId" clId="{036C511A-FE14-4633-96F2-CD75C3A8418F}" dt="2026-03-12T14:28:09.303" v="1637" actId="26606"/>
          <ac:picMkLst>
            <pc:docMk/>
            <pc:sldMk cId="797639557" sldId="281"/>
            <ac:picMk id="14" creationId="{9CD2319A-6FA9-4EFB-9EDF-7304467425E8}"/>
          </ac:picMkLst>
        </pc:picChg>
        <pc:picChg chg="add">
          <ac:chgData name="Joseph Anyanwu" userId="a9f4a03584880caa" providerId="LiveId" clId="{036C511A-FE14-4633-96F2-CD75C3A8418F}" dt="2026-03-12T14:28:09.303" v="1637" actId="26606"/>
          <ac:picMkLst>
            <pc:docMk/>
            <pc:sldMk cId="797639557" sldId="281"/>
            <ac:picMk id="16" creationId="{D1692A93-3514-4486-8B67-CCA4E0259BCB}"/>
          </ac:picMkLst>
        </pc:picChg>
        <pc:picChg chg="add del">
          <ac:chgData name="Joseph Anyanwu" userId="a9f4a03584880caa" providerId="LiveId" clId="{036C511A-FE14-4633-96F2-CD75C3A8418F}" dt="2026-03-12T14:26:01.236" v="1630" actId="26606"/>
          <ac:picMkLst>
            <pc:docMk/>
            <pc:sldMk cId="797639557" sldId="281"/>
            <ac:picMk id="17" creationId="{9CD2319A-6FA9-4EFB-9EDF-7304467425E8}"/>
          </ac:picMkLst>
        </pc:picChg>
        <pc:picChg chg="add del">
          <ac:chgData name="Joseph Anyanwu" userId="a9f4a03584880caa" providerId="LiveId" clId="{036C511A-FE14-4633-96F2-CD75C3A8418F}" dt="2026-03-12T14:26:01.236" v="1630" actId="26606"/>
          <ac:picMkLst>
            <pc:docMk/>
            <pc:sldMk cId="797639557" sldId="281"/>
            <ac:picMk id="19" creationId="{D1692A93-3514-4486-8B67-CCA4E0259BCB}"/>
          </ac:picMkLst>
        </pc:picChg>
      </pc:sldChg>
      <pc:sldChg chg="addSp modSp add mod ord">
        <pc:chgData name="Joseph Anyanwu" userId="a9f4a03584880caa" providerId="LiveId" clId="{036C511A-FE14-4633-96F2-CD75C3A8418F}" dt="2026-03-13T04:41:30.548" v="2393" actId="208"/>
        <pc:sldMkLst>
          <pc:docMk/>
          <pc:sldMk cId="3272106356" sldId="282"/>
        </pc:sldMkLst>
        <pc:spChg chg="mod">
          <ac:chgData name="Joseph Anyanwu" userId="a9f4a03584880caa" providerId="LiveId" clId="{036C511A-FE14-4633-96F2-CD75C3A8418F}" dt="2026-03-13T04:41:14.602" v="2390" actId="2711"/>
          <ac:spMkLst>
            <pc:docMk/>
            <pc:sldMk cId="3272106356" sldId="282"/>
            <ac:spMk id="3" creationId="{C5AA8CE8-ECE4-F1BE-2ACC-D8B3D07AAE9F}"/>
          </ac:spMkLst>
        </pc:spChg>
        <pc:spChg chg="mod">
          <ac:chgData name="Joseph Anyanwu" userId="a9f4a03584880caa" providerId="LiveId" clId="{036C511A-FE14-4633-96F2-CD75C3A8418F}" dt="2026-03-13T04:41:30.548" v="2393" actId="208"/>
          <ac:spMkLst>
            <pc:docMk/>
            <pc:sldMk cId="3272106356" sldId="282"/>
            <ac:spMk id="5" creationId="{072A36FB-E5D1-0C3A-B472-8CBCC2D9935D}"/>
          </ac:spMkLst>
        </pc:spChg>
        <pc:picChg chg="add mod">
          <ac:chgData name="Joseph Anyanwu" userId="a9f4a03584880caa" providerId="LiveId" clId="{036C511A-FE14-4633-96F2-CD75C3A8418F}" dt="2026-03-13T03:37:23.449" v="1952" actId="1076"/>
          <ac:picMkLst>
            <pc:docMk/>
            <pc:sldMk cId="3272106356" sldId="282"/>
            <ac:picMk id="6" creationId="{D92385F3-64FA-15C9-CB55-E1C1270D8ED7}"/>
          </ac:picMkLst>
        </pc:picChg>
      </pc:sldChg>
      <pc:sldChg chg="addSp delSp modSp add mod ord">
        <pc:chgData name="Joseph Anyanwu" userId="a9f4a03584880caa" providerId="LiveId" clId="{036C511A-FE14-4633-96F2-CD75C3A8418F}" dt="2026-03-13T04:44:31.813" v="2407" actId="2711"/>
        <pc:sldMkLst>
          <pc:docMk/>
          <pc:sldMk cId="2551636652" sldId="283"/>
        </pc:sldMkLst>
        <pc:spChg chg="mod">
          <ac:chgData name="Joseph Anyanwu" userId="a9f4a03584880caa" providerId="LiveId" clId="{036C511A-FE14-4633-96F2-CD75C3A8418F}" dt="2026-03-13T04:44:31.813" v="2407" actId="2711"/>
          <ac:spMkLst>
            <pc:docMk/>
            <pc:sldMk cId="2551636652" sldId="283"/>
            <ac:spMk id="3" creationId="{B1662860-C563-5853-7FAF-748B2504C7D4}"/>
          </ac:spMkLst>
        </pc:spChg>
        <pc:spChg chg="mod">
          <ac:chgData name="Joseph Anyanwu" userId="a9f4a03584880caa" providerId="LiveId" clId="{036C511A-FE14-4633-96F2-CD75C3A8418F}" dt="2026-03-13T04:38:00.135" v="2347" actId="208"/>
          <ac:spMkLst>
            <pc:docMk/>
            <pc:sldMk cId="2551636652" sldId="283"/>
            <ac:spMk id="5" creationId="{1BD243D4-7096-8C00-8CBE-D332817F41CC}"/>
          </ac:spMkLst>
        </pc:spChg>
        <pc:spChg chg="mod">
          <ac:chgData name="Joseph Anyanwu" userId="a9f4a03584880caa" providerId="LiveId" clId="{036C511A-FE14-4633-96F2-CD75C3A8418F}" dt="2026-03-13T04:38:06.657" v="2349" actId="208"/>
          <ac:spMkLst>
            <pc:docMk/>
            <pc:sldMk cId="2551636652" sldId="283"/>
            <ac:spMk id="9" creationId="{91447A40-AA52-378E-BD10-A7F1CDE8A965}"/>
          </ac:spMkLst>
        </pc:spChg>
        <pc:picChg chg="add mod">
          <ac:chgData name="Joseph Anyanwu" userId="a9f4a03584880caa" providerId="LiveId" clId="{036C511A-FE14-4633-96F2-CD75C3A8418F}" dt="2026-03-12T13:46:05.069" v="1436" actId="14100"/>
          <ac:picMkLst>
            <pc:docMk/>
            <pc:sldMk cId="2551636652" sldId="283"/>
            <ac:picMk id="7" creationId="{2C058D99-65F3-31DA-4CD7-BF27A0ADDD2F}"/>
          </ac:picMkLst>
        </pc:picChg>
        <pc:picChg chg="del">
          <ac:chgData name="Joseph Anyanwu" userId="a9f4a03584880caa" providerId="LiveId" clId="{036C511A-FE14-4633-96F2-CD75C3A8418F}" dt="2026-03-12T13:43:09.608" v="1423" actId="478"/>
          <ac:picMkLst>
            <pc:docMk/>
            <pc:sldMk cId="2551636652" sldId="283"/>
            <ac:picMk id="8" creationId="{D2017941-F408-CC32-2922-9320BBE92977}"/>
          </ac:picMkLst>
        </pc:picChg>
        <pc:picChg chg="add mod">
          <ac:chgData name="Joseph Anyanwu" userId="a9f4a03584880caa" providerId="LiveId" clId="{036C511A-FE14-4633-96F2-CD75C3A8418F}" dt="2026-03-12T13:45:48.192" v="1433" actId="1076"/>
          <ac:picMkLst>
            <pc:docMk/>
            <pc:sldMk cId="2551636652" sldId="283"/>
            <ac:picMk id="11" creationId="{B0EA0305-2A6F-CACD-253F-812E07D93DFF}"/>
          </ac:picMkLst>
        </pc:picChg>
      </pc:sldChg>
      <pc:sldChg chg="addSp delSp modSp add del mod setBg setClrOvrMap">
        <pc:chgData name="Joseph Anyanwu" userId="a9f4a03584880caa" providerId="LiveId" clId="{036C511A-FE14-4633-96F2-CD75C3A8418F}" dt="2026-03-12T14:22:12.942" v="1622" actId="2696"/>
        <pc:sldMkLst>
          <pc:docMk/>
          <pc:sldMk cId="2454198781" sldId="284"/>
        </pc:sldMkLst>
        <pc:spChg chg="del mod">
          <ac:chgData name="Joseph Anyanwu" userId="a9f4a03584880caa" providerId="LiveId" clId="{036C511A-FE14-4633-96F2-CD75C3A8418F}" dt="2026-03-12T14:17:58.839" v="1603" actId="478"/>
          <ac:spMkLst>
            <pc:docMk/>
            <pc:sldMk cId="2454198781" sldId="284"/>
            <ac:spMk id="3" creationId="{EBFE5DED-1891-B233-D0F9-1F0ECE39687C}"/>
          </ac:spMkLst>
        </pc:spChg>
        <pc:spChg chg="del">
          <ac:chgData name="Joseph Anyanwu" userId="a9f4a03584880caa" providerId="LiveId" clId="{036C511A-FE14-4633-96F2-CD75C3A8418F}" dt="2026-03-12T14:11:37.468" v="1570" actId="26606"/>
          <ac:spMkLst>
            <pc:docMk/>
            <pc:sldMk cId="2454198781" sldId="284"/>
            <ac:spMk id="5" creationId="{9DB29892-65B1-106D-0446-BEFC12B6B545}"/>
          </ac:spMkLst>
        </pc:spChg>
        <pc:spChg chg="add mod">
          <ac:chgData name="Joseph Anyanwu" userId="a9f4a03584880caa" providerId="LiveId" clId="{036C511A-FE14-4633-96F2-CD75C3A8418F}" dt="2026-03-12T14:18:01.577" v="1604"/>
          <ac:spMkLst>
            <pc:docMk/>
            <pc:sldMk cId="2454198781" sldId="284"/>
            <ac:spMk id="6" creationId="{30ACE539-62E5-E1BC-C215-6F43AB8BFE46}"/>
          </ac:spMkLst>
        </pc:spChg>
        <pc:spChg chg="add del">
          <ac:chgData name="Joseph Anyanwu" userId="a9f4a03584880caa" providerId="LiveId" clId="{036C511A-FE14-4633-96F2-CD75C3A8418F}" dt="2026-03-12T14:13:05.939" v="1578" actId="26606"/>
          <ac:spMkLst>
            <pc:docMk/>
            <pc:sldMk cId="2454198781" sldId="284"/>
            <ac:spMk id="15" creationId="{C393B4A7-6ABF-423D-A762-3CDB4897A833}"/>
          </ac:spMkLst>
        </pc:spChg>
        <pc:spChg chg="add del">
          <ac:chgData name="Joseph Anyanwu" userId="a9f4a03584880caa" providerId="LiveId" clId="{036C511A-FE14-4633-96F2-CD75C3A8418F}" dt="2026-03-12T14:13:05.939" v="1578" actId="26606"/>
          <ac:spMkLst>
            <pc:docMk/>
            <pc:sldMk cId="2454198781" sldId="284"/>
            <ac:spMk id="21" creationId="{01AD250C-F2EA-449F-9B14-DF5BB674C500}"/>
          </ac:spMkLst>
        </pc:spChg>
        <pc:spChg chg="add del">
          <ac:chgData name="Joseph Anyanwu" userId="a9f4a03584880caa" providerId="LiveId" clId="{036C511A-FE14-4633-96F2-CD75C3A8418F}" dt="2026-03-12T14:12:12.538" v="1573" actId="26606"/>
          <ac:spMkLst>
            <pc:docMk/>
            <pc:sldMk cId="2454198781" sldId="284"/>
            <ac:spMk id="30" creationId="{C393B4A7-6ABF-423D-A762-3CDB4897A833}"/>
          </ac:spMkLst>
        </pc:spChg>
        <pc:spChg chg="add del">
          <ac:chgData name="Joseph Anyanwu" userId="a9f4a03584880caa" providerId="LiveId" clId="{036C511A-FE14-4633-96F2-CD75C3A8418F}" dt="2026-03-12T14:12:12.538" v="1573" actId="26606"/>
          <ac:spMkLst>
            <pc:docMk/>
            <pc:sldMk cId="2454198781" sldId="284"/>
            <ac:spMk id="36" creationId="{01AD250C-F2EA-449F-9B14-DF5BB674C500}"/>
          </ac:spMkLst>
        </pc:spChg>
        <pc:spChg chg="add del">
          <ac:chgData name="Joseph Anyanwu" userId="a9f4a03584880caa" providerId="LiveId" clId="{036C511A-FE14-4633-96F2-CD75C3A8418F}" dt="2026-03-12T14:13:04.186" v="1575" actId="26606"/>
          <ac:spMkLst>
            <pc:docMk/>
            <pc:sldMk cId="2454198781" sldId="284"/>
            <ac:spMk id="40" creationId="{C393B4A7-6ABF-423D-A762-3CDB4897A833}"/>
          </ac:spMkLst>
        </pc:spChg>
        <pc:spChg chg="add del">
          <ac:chgData name="Joseph Anyanwu" userId="a9f4a03584880caa" providerId="LiveId" clId="{036C511A-FE14-4633-96F2-CD75C3A8418F}" dt="2026-03-12T14:13:04.186" v="1575" actId="26606"/>
          <ac:spMkLst>
            <pc:docMk/>
            <pc:sldMk cId="2454198781" sldId="284"/>
            <ac:spMk id="43" creationId="{01AD250C-F2EA-449F-9B14-DF5BB674C500}"/>
          </ac:spMkLst>
        </pc:spChg>
        <pc:spChg chg="add del">
          <ac:chgData name="Joseph Anyanwu" userId="a9f4a03584880caa" providerId="LiveId" clId="{036C511A-FE14-4633-96F2-CD75C3A8418F}" dt="2026-03-12T14:13:05.885" v="1577" actId="26606"/>
          <ac:spMkLst>
            <pc:docMk/>
            <pc:sldMk cId="2454198781" sldId="284"/>
            <ac:spMk id="44" creationId="{10B541F0-7F6E-402E-84D8-CF96EACA5FBC}"/>
          </ac:spMkLst>
        </pc:spChg>
        <pc:spChg chg="add del">
          <ac:chgData name="Joseph Anyanwu" userId="a9f4a03584880caa" providerId="LiveId" clId="{036C511A-FE14-4633-96F2-CD75C3A8418F}" dt="2026-03-12T14:13:05.885" v="1577" actId="26606"/>
          <ac:spMkLst>
            <pc:docMk/>
            <pc:sldMk cId="2454198781" sldId="284"/>
            <ac:spMk id="47" creationId="{C393B4A7-6ABF-423D-A762-3CDB4897A833}"/>
          </ac:spMkLst>
        </pc:spChg>
        <pc:spChg chg="add del">
          <ac:chgData name="Joseph Anyanwu" userId="a9f4a03584880caa" providerId="LiveId" clId="{036C511A-FE14-4633-96F2-CD75C3A8418F}" dt="2026-03-12T14:13:05.885" v="1577" actId="26606"/>
          <ac:spMkLst>
            <pc:docMk/>
            <pc:sldMk cId="2454198781" sldId="284"/>
            <ac:spMk id="50" creationId="{01AD250C-F2EA-449F-9B14-DF5BB674C500}"/>
          </ac:spMkLst>
        </pc:spChg>
        <pc:spChg chg="add del">
          <ac:chgData name="Joseph Anyanwu" userId="a9f4a03584880caa" providerId="LiveId" clId="{036C511A-FE14-4633-96F2-CD75C3A8418F}" dt="2026-03-12T14:13:05.885" v="1577" actId="26606"/>
          <ac:spMkLst>
            <pc:docMk/>
            <pc:sldMk cId="2454198781" sldId="284"/>
            <ac:spMk id="51" creationId="{F747F1B4-B831-4277-8AB0-32767F7EB7BF}"/>
          </ac:spMkLst>
        </pc:spChg>
        <pc:spChg chg="add del">
          <ac:chgData name="Joseph Anyanwu" userId="a9f4a03584880caa" providerId="LiveId" clId="{036C511A-FE14-4633-96F2-CD75C3A8418F}" dt="2026-03-12T14:13:05.885" v="1577" actId="26606"/>
          <ac:spMkLst>
            <pc:docMk/>
            <pc:sldMk cId="2454198781" sldId="284"/>
            <ac:spMk id="52" creationId="{D80CFA21-AB7C-4BEB-9BFF-05764FBBF3C6}"/>
          </ac:spMkLst>
        </pc:spChg>
        <pc:spChg chg="add del">
          <ac:chgData name="Joseph Anyanwu" userId="a9f4a03584880caa" providerId="LiveId" clId="{036C511A-FE14-4633-96F2-CD75C3A8418F}" dt="2026-03-12T14:13:05.885" v="1577" actId="26606"/>
          <ac:spMkLst>
            <pc:docMk/>
            <pc:sldMk cId="2454198781" sldId="284"/>
            <ac:spMk id="53" creationId="{12F7E335-851A-4CAE-B09F-E657819D4600}"/>
          </ac:spMkLst>
        </pc:spChg>
        <pc:spChg chg="add">
          <ac:chgData name="Joseph Anyanwu" userId="a9f4a03584880caa" providerId="LiveId" clId="{036C511A-FE14-4633-96F2-CD75C3A8418F}" dt="2026-03-12T14:13:05.939" v="1578" actId="26606"/>
          <ac:spMkLst>
            <pc:docMk/>
            <pc:sldMk cId="2454198781" sldId="284"/>
            <ac:spMk id="57" creationId="{C393B4A7-6ABF-423D-A762-3CDB4897A833}"/>
          </ac:spMkLst>
        </pc:spChg>
        <pc:spChg chg="add">
          <ac:chgData name="Joseph Anyanwu" userId="a9f4a03584880caa" providerId="LiveId" clId="{036C511A-FE14-4633-96F2-CD75C3A8418F}" dt="2026-03-12T14:13:05.939" v="1578" actId="26606"/>
          <ac:spMkLst>
            <pc:docMk/>
            <pc:sldMk cId="2454198781" sldId="284"/>
            <ac:spMk id="60" creationId="{01AD250C-F2EA-449F-9B14-DF5BB674C500}"/>
          </ac:spMkLst>
        </pc:spChg>
        <pc:graphicFrameChg chg="add mod">
          <ac:chgData name="Joseph Anyanwu" userId="a9f4a03584880caa" providerId="LiveId" clId="{036C511A-FE14-4633-96F2-CD75C3A8418F}" dt="2026-03-12T14:17:36.532" v="1602"/>
          <ac:graphicFrameMkLst>
            <pc:docMk/>
            <pc:sldMk cId="2454198781" sldId="284"/>
            <ac:graphicFrameMk id="7" creationId="{BD0FB367-9E8D-CCDA-D999-AFBA8D2629DD}"/>
          </ac:graphicFrameMkLst>
        </pc:graphicFrameChg>
        <pc:picChg chg="add del">
          <ac:chgData name="Joseph Anyanwu" userId="a9f4a03584880caa" providerId="LiveId" clId="{036C511A-FE14-4633-96F2-CD75C3A8418F}" dt="2026-03-12T14:13:05.939" v="1578" actId="26606"/>
          <ac:picMkLst>
            <pc:docMk/>
            <pc:sldMk cId="2454198781" sldId="284"/>
            <ac:picMk id="11" creationId="{F1B8F9CB-890B-4CB8-B503-188A763E2FC1}"/>
          </ac:picMkLst>
        </pc:picChg>
        <pc:picChg chg="add del">
          <ac:chgData name="Joseph Anyanwu" userId="a9f4a03584880caa" providerId="LiveId" clId="{036C511A-FE14-4633-96F2-CD75C3A8418F}" dt="2026-03-12T14:13:05.939" v="1578" actId="26606"/>
          <ac:picMkLst>
            <pc:docMk/>
            <pc:sldMk cId="2454198781" sldId="284"/>
            <ac:picMk id="13" creationId="{AA632AB4-3837-4FD0-8B62-0A18B573F46D}"/>
          </ac:picMkLst>
        </pc:picChg>
        <pc:picChg chg="add">
          <ac:chgData name="Joseph Anyanwu" userId="a9f4a03584880caa" providerId="LiveId" clId="{036C511A-FE14-4633-96F2-CD75C3A8418F}" dt="2026-03-12T14:11:37.468" v="1570" actId="26606"/>
          <ac:picMkLst>
            <pc:docMk/>
            <pc:sldMk cId="2454198781" sldId="284"/>
            <ac:picMk id="17" creationId="{9CD2319A-6FA9-4EFB-9EDF-7304467425E8}"/>
          </ac:picMkLst>
        </pc:picChg>
        <pc:picChg chg="add del">
          <ac:chgData name="Joseph Anyanwu" userId="a9f4a03584880caa" providerId="LiveId" clId="{036C511A-FE14-4633-96F2-CD75C3A8418F}" dt="2026-03-12T14:13:05.939" v="1578" actId="26606"/>
          <ac:picMkLst>
            <pc:docMk/>
            <pc:sldMk cId="2454198781" sldId="284"/>
            <ac:picMk id="19" creationId="{D1692A93-3514-4486-8B67-CCA4E0259BCB}"/>
          </ac:picMkLst>
        </pc:picChg>
        <pc:picChg chg="add del">
          <ac:chgData name="Joseph Anyanwu" userId="a9f4a03584880caa" providerId="LiveId" clId="{036C511A-FE14-4633-96F2-CD75C3A8418F}" dt="2026-03-12T14:12:12.538" v="1573" actId="26606"/>
          <ac:picMkLst>
            <pc:docMk/>
            <pc:sldMk cId="2454198781" sldId="284"/>
            <ac:picMk id="32" creationId="{9CD2319A-6FA9-4EFB-9EDF-7304467425E8}"/>
          </ac:picMkLst>
        </pc:picChg>
        <pc:picChg chg="add del">
          <ac:chgData name="Joseph Anyanwu" userId="a9f4a03584880caa" providerId="LiveId" clId="{036C511A-FE14-4633-96F2-CD75C3A8418F}" dt="2026-03-12T14:12:12.538" v="1573" actId="26606"/>
          <ac:picMkLst>
            <pc:docMk/>
            <pc:sldMk cId="2454198781" sldId="284"/>
            <ac:picMk id="34" creationId="{D1692A93-3514-4486-8B67-CCA4E0259BCB}"/>
          </ac:picMkLst>
        </pc:picChg>
        <pc:picChg chg="add del">
          <ac:chgData name="Joseph Anyanwu" userId="a9f4a03584880caa" providerId="LiveId" clId="{036C511A-FE14-4633-96F2-CD75C3A8418F}" dt="2026-03-12T14:13:04.186" v="1575" actId="26606"/>
          <ac:picMkLst>
            <pc:docMk/>
            <pc:sldMk cId="2454198781" sldId="284"/>
            <ac:picMk id="38" creationId="{F1B8F9CB-890B-4CB8-B503-188A763E2FC1}"/>
          </ac:picMkLst>
        </pc:picChg>
        <pc:picChg chg="add del">
          <ac:chgData name="Joseph Anyanwu" userId="a9f4a03584880caa" providerId="LiveId" clId="{036C511A-FE14-4633-96F2-CD75C3A8418F}" dt="2026-03-12T14:13:04.186" v="1575" actId="26606"/>
          <ac:picMkLst>
            <pc:docMk/>
            <pc:sldMk cId="2454198781" sldId="284"/>
            <ac:picMk id="41" creationId="{9CD2319A-6FA9-4EFB-9EDF-7304467425E8}"/>
          </ac:picMkLst>
        </pc:picChg>
        <pc:picChg chg="add del">
          <ac:chgData name="Joseph Anyanwu" userId="a9f4a03584880caa" providerId="LiveId" clId="{036C511A-FE14-4633-96F2-CD75C3A8418F}" dt="2026-03-12T14:13:05.885" v="1577" actId="26606"/>
          <ac:picMkLst>
            <pc:docMk/>
            <pc:sldMk cId="2454198781" sldId="284"/>
            <ac:picMk id="48" creationId="{9CD2319A-6FA9-4EFB-9EDF-7304467425E8}"/>
          </ac:picMkLst>
        </pc:picChg>
        <pc:picChg chg="add">
          <ac:chgData name="Joseph Anyanwu" userId="a9f4a03584880caa" providerId="LiveId" clId="{036C511A-FE14-4633-96F2-CD75C3A8418F}" dt="2026-03-12T14:13:05.939" v="1578" actId="26606"/>
          <ac:picMkLst>
            <pc:docMk/>
            <pc:sldMk cId="2454198781" sldId="284"/>
            <ac:picMk id="55" creationId="{F1B8F9CB-890B-4CB8-B503-188A763E2FC1}"/>
          </ac:picMkLst>
        </pc:picChg>
        <pc:picChg chg="add">
          <ac:chgData name="Joseph Anyanwu" userId="a9f4a03584880caa" providerId="LiveId" clId="{036C511A-FE14-4633-96F2-CD75C3A8418F}" dt="2026-03-12T14:13:05.939" v="1578" actId="26606"/>
          <ac:picMkLst>
            <pc:docMk/>
            <pc:sldMk cId="2454198781" sldId="284"/>
            <ac:picMk id="56" creationId="{AA632AB4-3837-4FD0-8B62-0A18B573F46D}"/>
          </ac:picMkLst>
        </pc:picChg>
      </pc:sldChg>
      <pc:sldChg chg="addSp delSp modSp add mod">
        <pc:chgData name="Joseph Anyanwu" userId="a9f4a03584880caa" providerId="LiveId" clId="{036C511A-FE14-4633-96F2-CD75C3A8418F}" dt="2026-03-13T04:44:24.363" v="2406" actId="2711"/>
        <pc:sldMkLst>
          <pc:docMk/>
          <pc:sldMk cId="2476230136" sldId="284"/>
        </pc:sldMkLst>
        <pc:spChg chg="mod">
          <ac:chgData name="Joseph Anyanwu" userId="a9f4a03584880caa" providerId="LiveId" clId="{036C511A-FE14-4633-96F2-CD75C3A8418F}" dt="2026-03-13T04:44:24.363" v="2406" actId="2711"/>
          <ac:spMkLst>
            <pc:docMk/>
            <pc:sldMk cId="2476230136" sldId="284"/>
            <ac:spMk id="3" creationId="{5C9CE3EB-FCCB-DB37-F653-E1A7B9D97E67}"/>
          </ac:spMkLst>
        </pc:spChg>
        <pc:spChg chg="mod">
          <ac:chgData name="Joseph Anyanwu" userId="a9f4a03584880caa" providerId="LiveId" clId="{036C511A-FE14-4633-96F2-CD75C3A8418F}" dt="2026-03-13T04:38:27.327" v="2352" actId="208"/>
          <ac:spMkLst>
            <pc:docMk/>
            <pc:sldMk cId="2476230136" sldId="284"/>
            <ac:spMk id="5" creationId="{B6155582-7EC4-C1D1-D86E-9AA9BF297688}"/>
          </ac:spMkLst>
        </pc:spChg>
        <pc:spChg chg="mod">
          <ac:chgData name="Joseph Anyanwu" userId="a9f4a03584880caa" providerId="LiveId" clId="{036C511A-FE14-4633-96F2-CD75C3A8418F}" dt="2026-03-13T04:38:32.463" v="2354" actId="208"/>
          <ac:spMkLst>
            <pc:docMk/>
            <pc:sldMk cId="2476230136" sldId="284"/>
            <ac:spMk id="9" creationId="{17EE967A-0596-857D-FBB5-50BE2FEEE860}"/>
          </ac:spMkLst>
        </pc:spChg>
        <pc:picChg chg="del">
          <ac:chgData name="Joseph Anyanwu" userId="a9f4a03584880caa" providerId="LiveId" clId="{036C511A-FE14-4633-96F2-CD75C3A8418F}" dt="2026-03-12T14:31:59.614" v="1652" actId="478"/>
          <ac:picMkLst>
            <pc:docMk/>
            <pc:sldMk cId="2476230136" sldId="284"/>
            <ac:picMk id="7" creationId="{6FE9AF18-E5E7-3B70-B3FF-388620DC0885}"/>
          </ac:picMkLst>
        </pc:picChg>
        <pc:picChg chg="add mod">
          <ac:chgData name="Joseph Anyanwu" userId="a9f4a03584880caa" providerId="LiveId" clId="{036C511A-FE14-4633-96F2-CD75C3A8418F}" dt="2026-03-12T14:35:03.495" v="1684" actId="14100"/>
          <ac:picMkLst>
            <pc:docMk/>
            <pc:sldMk cId="2476230136" sldId="284"/>
            <ac:picMk id="8" creationId="{96DDD917-8A0F-EF5E-2546-9D2CB788C63B}"/>
          </ac:picMkLst>
        </pc:picChg>
        <pc:picChg chg="del">
          <ac:chgData name="Joseph Anyanwu" userId="a9f4a03584880caa" providerId="LiveId" clId="{036C511A-FE14-4633-96F2-CD75C3A8418F}" dt="2026-03-12T14:33:12.169" v="1667" actId="478"/>
          <ac:picMkLst>
            <pc:docMk/>
            <pc:sldMk cId="2476230136" sldId="284"/>
            <ac:picMk id="11" creationId="{1CA9A154-805F-5530-4D80-56FC1E9B3DD9}"/>
          </ac:picMkLst>
        </pc:picChg>
        <pc:picChg chg="add mod">
          <ac:chgData name="Joseph Anyanwu" userId="a9f4a03584880caa" providerId="LiveId" clId="{036C511A-FE14-4633-96F2-CD75C3A8418F}" dt="2026-03-12T14:33:22.933" v="1671" actId="1076"/>
          <ac:picMkLst>
            <pc:docMk/>
            <pc:sldMk cId="2476230136" sldId="284"/>
            <ac:picMk id="12" creationId="{A2A067BD-99B6-589A-60F0-BB4E469F8611}"/>
          </ac:picMkLst>
        </pc:picChg>
      </pc:sldChg>
      <pc:sldChg chg="addSp delSp modSp add mod">
        <pc:chgData name="Joseph Anyanwu" userId="a9f4a03584880caa" providerId="LiveId" clId="{036C511A-FE14-4633-96F2-CD75C3A8418F}" dt="2026-03-13T04:44:18.701" v="2405" actId="2711"/>
        <pc:sldMkLst>
          <pc:docMk/>
          <pc:sldMk cId="451432864" sldId="285"/>
        </pc:sldMkLst>
        <pc:spChg chg="mod">
          <ac:chgData name="Joseph Anyanwu" userId="a9f4a03584880caa" providerId="LiveId" clId="{036C511A-FE14-4633-96F2-CD75C3A8418F}" dt="2026-03-13T04:44:18.701" v="2405" actId="2711"/>
          <ac:spMkLst>
            <pc:docMk/>
            <pc:sldMk cId="451432864" sldId="285"/>
            <ac:spMk id="3" creationId="{CEF185A2-4586-054F-6390-84845BCBF717}"/>
          </ac:spMkLst>
        </pc:spChg>
        <pc:spChg chg="mod">
          <ac:chgData name="Joseph Anyanwu" userId="a9f4a03584880caa" providerId="LiveId" clId="{036C511A-FE14-4633-96F2-CD75C3A8418F}" dt="2026-03-13T04:39:16.310" v="2367" actId="208"/>
          <ac:spMkLst>
            <pc:docMk/>
            <pc:sldMk cId="451432864" sldId="285"/>
            <ac:spMk id="5" creationId="{0D04ADA2-EC23-B530-40BF-747C33CAA5B9}"/>
          </ac:spMkLst>
        </pc:spChg>
        <pc:spChg chg="mod">
          <ac:chgData name="Joseph Anyanwu" userId="a9f4a03584880caa" providerId="LiveId" clId="{036C511A-FE14-4633-96F2-CD75C3A8418F}" dt="2026-03-13T04:39:22.559" v="2369" actId="208"/>
          <ac:spMkLst>
            <pc:docMk/>
            <pc:sldMk cId="451432864" sldId="285"/>
            <ac:spMk id="9" creationId="{BA801B05-EF05-3C94-30C1-8842D1294C20}"/>
          </ac:spMkLst>
        </pc:spChg>
        <pc:picChg chg="del mod">
          <ac:chgData name="Joseph Anyanwu" userId="a9f4a03584880caa" providerId="LiveId" clId="{036C511A-FE14-4633-96F2-CD75C3A8418F}" dt="2026-03-12T14:35:48.819" v="1698" actId="478"/>
          <ac:picMkLst>
            <pc:docMk/>
            <pc:sldMk cId="451432864" sldId="285"/>
            <ac:picMk id="7" creationId="{D71303E8-7F98-DEB9-0CF1-FBA3BA2936BE}"/>
          </ac:picMkLst>
        </pc:picChg>
        <pc:picChg chg="add mod">
          <ac:chgData name="Joseph Anyanwu" userId="a9f4a03584880caa" providerId="LiveId" clId="{036C511A-FE14-4633-96F2-CD75C3A8418F}" dt="2026-03-12T14:35:57.987" v="1702" actId="1076"/>
          <ac:picMkLst>
            <pc:docMk/>
            <pc:sldMk cId="451432864" sldId="285"/>
            <ac:picMk id="8" creationId="{A41E8FED-AD83-2EBE-E040-517CEEA85484}"/>
          </ac:picMkLst>
        </pc:picChg>
        <pc:picChg chg="del mod">
          <ac:chgData name="Joseph Anyanwu" userId="a9f4a03584880caa" providerId="LiveId" clId="{036C511A-FE14-4633-96F2-CD75C3A8418F}" dt="2026-03-12T14:36:43.665" v="1718" actId="478"/>
          <ac:picMkLst>
            <pc:docMk/>
            <pc:sldMk cId="451432864" sldId="285"/>
            <ac:picMk id="11" creationId="{A833A81D-9B85-A365-69F3-CC25EFFFDC04}"/>
          </ac:picMkLst>
        </pc:picChg>
        <pc:picChg chg="add mod">
          <ac:chgData name="Joseph Anyanwu" userId="a9f4a03584880caa" providerId="LiveId" clId="{036C511A-FE14-4633-96F2-CD75C3A8418F}" dt="2026-03-12T14:37:00.561" v="1723" actId="1076"/>
          <ac:picMkLst>
            <pc:docMk/>
            <pc:sldMk cId="451432864" sldId="285"/>
            <ac:picMk id="12" creationId="{5DA93991-78C4-2236-FAE7-B4C79C389CDA}"/>
          </ac:picMkLst>
        </pc:picChg>
      </pc:sldChg>
      <pc:sldChg chg="add del">
        <pc:chgData name="Joseph Anyanwu" userId="a9f4a03584880caa" providerId="LiveId" clId="{036C511A-FE14-4633-96F2-CD75C3A8418F}" dt="2026-03-12T14:24:33.265" v="1624" actId="2696"/>
        <pc:sldMkLst>
          <pc:docMk/>
          <pc:sldMk cId="3792206905" sldId="285"/>
        </pc:sldMkLst>
      </pc:sldChg>
      <pc:sldChg chg="addSp delSp modSp add mod">
        <pc:chgData name="Joseph Anyanwu" userId="a9f4a03584880caa" providerId="LiveId" clId="{036C511A-FE14-4633-96F2-CD75C3A8418F}" dt="2026-03-13T04:44:11.476" v="2404" actId="2711"/>
        <pc:sldMkLst>
          <pc:docMk/>
          <pc:sldMk cId="404002226" sldId="286"/>
        </pc:sldMkLst>
        <pc:spChg chg="mod">
          <ac:chgData name="Joseph Anyanwu" userId="a9f4a03584880caa" providerId="LiveId" clId="{036C511A-FE14-4633-96F2-CD75C3A8418F}" dt="2026-03-13T04:44:11.476" v="2404" actId="2711"/>
          <ac:spMkLst>
            <pc:docMk/>
            <pc:sldMk cId="404002226" sldId="286"/>
            <ac:spMk id="3" creationId="{AF5E06C7-D3C1-94A4-0E45-1E018A3DB0FA}"/>
          </ac:spMkLst>
        </pc:spChg>
        <pc:spChg chg="mod">
          <ac:chgData name="Joseph Anyanwu" userId="a9f4a03584880caa" providerId="LiveId" clId="{036C511A-FE14-4633-96F2-CD75C3A8418F}" dt="2026-03-13T04:40:01.538" v="2382" actId="208"/>
          <ac:spMkLst>
            <pc:docMk/>
            <pc:sldMk cId="404002226" sldId="286"/>
            <ac:spMk id="5" creationId="{855AF6AB-AFF3-5650-7651-BC71E9CD190A}"/>
          </ac:spMkLst>
        </pc:spChg>
        <pc:spChg chg="mod">
          <ac:chgData name="Joseph Anyanwu" userId="a9f4a03584880caa" providerId="LiveId" clId="{036C511A-FE14-4633-96F2-CD75C3A8418F}" dt="2026-03-13T04:40:06.972" v="2384" actId="208"/>
          <ac:spMkLst>
            <pc:docMk/>
            <pc:sldMk cId="404002226" sldId="286"/>
            <ac:spMk id="9" creationId="{C2FC3085-A8A3-5C3B-3751-9EFA75301822}"/>
          </ac:spMkLst>
        </pc:spChg>
        <pc:picChg chg="del mod">
          <ac:chgData name="Joseph Anyanwu" userId="a9f4a03584880caa" providerId="LiveId" clId="{036C511A-FE14-4633-96F2-CD75C3A8418F}" dt="2026-03-13T02:32:01.811" v="1729" actId="478"/>
          <ac:picMkLst>
            <pc:docMk/>
            <pc:sldMk cId="404002226" sldId="286"/>
            <ac:picMk id="7" creationId="{F4CDEC5C-66FE-BC3F-F813-8CF45A70A199}"/>
          </ac:picMkLst>
        </pc:picChg>
        <pc:picChg chg="add mod">
          <ac:chgData name="Joseph Anyanwu" userId="a9f4a03584880caa" providerId="LiveId" clId="{036C511A-FE14-4633-96F2-CD75C3A8418F}" dt="2026-03-13T02:32:10.690" v="1732" actId="1076"/>
          <ac:picMkLst>
            <pc:docMk/>
            <pc:sldMk cId="404002226" sldId="286"/>
            <ac:picMk id="8" creationId="{925FF70D-A59D-56D4-B200-50FA84B553EF}"/>
          </ac:picMkLst>
        </pc:picChg>
        <pc:picChg chg="del mod">
          <ac:chgData name="Joseph Anyanwu" userId="a9f4a03584880caa" providerId="LiveId" clId="{036C511A-FE14-4633-96F2-CD75C3A8418F}" dt="2026-03-13T02:33:10.631" v="1741" actId="478"/>
          <ac:picMkLst>
            <pc:docMk/>
            <pc:sldMk cId="404002226" sldId="286"/>
            <ac:picMk id="11" creationId="{A2C94151-214B-9C50-F8D5-6F898D0CDB82}"/>
          </ac:picMkLst>
        </pc:picChg>
        <pc:picChg chg="add mod">
          <ac:chgData name="Joseph Anyanwu" userId="a9f4a03584880caa" providerId="LiveId" clId="{036C511A-FE14-4633-96F2-CD75C3A8418F}" dt="2026-03-13T02:33:25.901" v="1745" actId="1076"/>
          <ac:picMkLst>
            <pc:docMk/>
            <pc:sldMk cId="404002226" sldId="286"/>
            <ac:picMk id="12" creationId="{53F1F8E6-1FC8-5360-A463-23BEC30A159F}"/>
          </ac:picMkLst>
        </pc:picChg>
      </pc:sldChg>
      <pc:sldChg chg="addSp delSp modSp add mod setBg">
        <pc:chgData name="Joseph Anyanwu" userId="a9f4a03584880caa" providerId="LiveId" clId="{036C511A-FE14-4633-96F2-CD75C3A8418F}" dt="2026-03-13T04:43:58.130" v="2402" actId="2711"/>
        <pc:sldMkLst>
          <pc:docMk/>
          <pc:sldMk cId="4239469435" sldId="287"/>
        </pc:sldMkLst>
        <pc:spChg chg="mod">
          <ac:chgData name="Joseph Anyanwu" userId="a9f4a03584880caa" providerId="LiveId" clId="{036C511A-FE14-4633-96F2-CD75C3A8418F}" dt="2026-03-13T04:43:58.130" v="2402" actId="2711"/>
          <ac:spMkLst>
            <pc:docMk/>
            <pc:sldMk cId="4239469435" sldId="287"/>
            <ac:spMk id="3" creationId="{39A7D5C5-37DE-1F9E-8C41-E7AA8C732D2F}"/>
          </ac:spMkLst>
        </pc:spChg>
        <pc:spChg chg="del mod">
          <ac:chgData name="Joseph Anyanwu" userId="a9f4a03584880caa" providerId="LiveId" clId="{036C511A-FE14-4633-96F2-CD75C3A8418F}" dt="2026-03-13T03:11:24.433" v="1890" actId="26606"/>
          <ac:spMkLst>
            <pc:docMk/>
            <pc:sldMk cId="4239469435" sldId="287"/>
            <ac:spMk id="5" creationId="{4B0BBFB1-1FCD-2BCC-12F0-34A3B844759A}"/>
          </ac:spMkLst>
        </pc:spChg>
        <pc:spChg chg="del mod">
          <ac:chgData name="Joseph Anyanwu" userId="a9f4a03584880caa" providerId="LiveId" clId="{036C511A-FE14-4633-96F2-CD75C3A8418F}" dt="2026-03-13T03:10:15.057" v="1883" actId="478"/>
          <ac:spMkLst>
            <pc:docMk/>
            <pc:sldMk cId="4239469435" sldId="287"/>
            <ac:spMk id="9" creationId="{8E8AEAF3-503D-5824-9423-2D59EB22730B}"/>
          </ac:spMkLst>
        </pc:spChg>
        <pc:spChg chg="add del mod ord">
          <ac:chgData name="Joseph Anyanwu" userId="a9f4a03584880caa" providerId="LiveId" clId="{036C511A-FE14-4633-96F2-CD75C3A8418F}" dt="2026-03-13T03:10:30.952" v="1884" actId="478"/>
          <ac:spMkLst>
            <pc:docMk/>
            <pc:sldMk cId="4239469435" sldId="287"/>
            <ac:spMk id="14" creationId="{28A2AD7D-0969-2E23-CE28-C15F31B29BE3}"/>
          </ac:spMkLst>
        </pc:spChg>
        <pc:spChg chg="add">
          <ac:chgData name="Joseph Anyanwu" userId="a9f4a03584880caa" providerId="LiveId" clId="{036C511A-FE14-4633-96F2-CD75C3A8418F}" dt="2026-03-13T03:11:24.433" v="1890" actId="26606"/>
          <ac:spMkLst>
            <pc:docMk/>
            <pc:sldMk cId="4239469435" sldId="287"/>
            <ac:spMk id="15" creationId="{C393B4A7-6ABF-423D-A762-3CDB4897A833}"/>
          </ac:spMkLst>
        </pc:spChg>
        <pc:spChg chg="add">
          <ac:chgData name="Joseph Anyanwu" userId="a9f4a03584880caa" providerId="LiveId" clId="{036C511A-FE14-4633-96F2-CD75C3A8418F}" dt="2026-03-13T03:11:24.433" v="1890" actId="26606"/>
          <ac:spMkLst>
            <pc:docMk/>
            <pc:sldMk cId="4239469435" sldId="287"/>
            <ac:spMk id="21" creationId="{01AD250C-F2EA-449F-9B14-DF5BB674C500}"/>
          </ac:spMkLst>
        </pc:spChg>
        <pc:graphicFrameChg chg="add del mod">
          <ac:chgData name="Joseph Anyanwu" userId="a9f4a03584880caa" providerId="LiveId" clId="{036C511A-FE14-4633-96F2-CD75C3A8418F}" dt="2026-03-13T02:49:32.677" v="1807" actId="478"/>
          <ac:graphicFrameMkLst>
            <pc:docMk/>
            <pc:sldMk cId="4239469435" sldId="287"/>
            <ac:graphicFrameMk id="10" creationId="{16DEFEAE-96F7-C13F-E516-88812F7766B6}"/>
          </ac:graphicFrameMkLst>
        </pc:graphicFrameChg>
        <pc:graphicFrameChg chg="add mod">
          <ac:chgData name="Joseph Anyanwu" userId="a9f4a03584880caa" providerId="LiveId" clId="{036C511A-FE14-4633-96F2-CD75C3A8418F}" dt="2026-03-13T02:49:36.556" v="1808"/>
          <ac:graphicFrameMkLst>
            <pc:docMk/>
            <pc:sldMk cId="4239469435" sldId="287"/>
            <ac:graphicFrameMk id="11" creationId="{213FB6F3-10CA-670D-697C-6D872AE548EB}"/>
          </ac:graphicFrameMkLst>
        </pc:graphicFrameChg>
        <pc:graphicFrameChg chg="add mod">
          <ac:chgData name="Joseph Anyanwu" userId="a9f4a03584880caa" providerId="LiveId" clId="{036C511A-FE14-4633-96F2-CD75C3A8418F}" dt="2026-03-13T03:12:44.620" v="1903" actId="1076"/>
          <ac:graphicFrameMkLst>
            <pc:docMk/>
            <pc:sldMk cId="4239469435" sldId="287"/>
            <ac:graphicFrameMk id="22" creationId="{5A5C2384-9FA1-0A4B-68D5-3C7CFA8582B6}"/>
          </ac:graphicFrameMkLst>
        </pc:graphicFrameChg>
        <pc:picChg chg="add del mod">
          <ac:chgData name="Joseph Anyanwu" userId="a9f4a03584880caa" providerId="LiveId" clId="{036C511A-FE14-4633-96F2-CD75C3A8418F}" dt="2026-03-13T03:06:53.502" v="1857" actId="478"/>
          <ac:picMkLst>
            <pc:docMk/>
            <pc:sldMk cId="4239469435" sldId="287"/>
            <ac:picMk id="7" creationId="{E94909AF-6F69-B26D-16CD-56D132A61702}"/>
          </ac:picMkLst>
        </pc:picChg>
        <pc:picChg chg="del">
          <ac:chgData name="Joseph Anyanwu" userId="a9f4a03584880caa" providerId="LiveId" clId="{036C511A-FE14-4633-96F2-CD75C3A8418F}" dt="2026-03-13T02:36:26.199" v="1801" actId="478"/>
          <ac:picMkLst>
            <pc:docMk/>
            <pc:sldMk cId="4239469435" sldId="287"/>
            <ac:picMk id="8" creationId="{C7722F57-81EE-A948-191A-0A4C1994F385}"/>
          </ac:picMkLst>
        </pc:picChg>
        <pc:picChg chg="del mod">
          <ac:chgData name="Joseph Anyanwu" userId="a9f4a03584880caa" providerId="LiveId" clId="{036C511A-FE14-4633-96F2-CD75C3A8418F}" dt="2026-03-13T02:36:29.489" v="1802" actId="478"/>
          <ac:picMkLst>
            <pc:docMk/>
            <pc:sldMk cId="4239469435" sldId="287"/>
            <ac:picMk id="12" creationId="{65E17E65-55CF-87A4-1A79-11457C220740}"/>
          </ac:picMkLst>
        </pc:picChg>
        <pc:picChg chg="add del mod">
          <ac:chgData name="Joseph Anyanwu" userId="a9f4a03584880caa" providerId="LiveId" clId="{036C511A-FE14-4633-96F2-CD75C3A8418F}" dt="2026-03-13T03:10:07.949" v="1882" actId="478"/>
          <ac:picMkLst>
            <pc:docMk/>
            <pc:sldMk cId="4239469435" sldId="287"/>
            <ac:picMk id="13" creationId="{798DF30A-CE05-8FC9-FFF9-07F326326194}"/>
          </ac:picMkLst>
        </pc:picChg>
        <pc:picChg chg="add del mod">
          <ac:chgData name="Joseph Anyanwu" userId="a9f4a03584880caa" providerId="LiveId" clId="{036C511A-FE14-4633-96F2-CD75C3A8418F}" dt="2026-03-13T03:11:10.921" v="1889" actId="21"/>
          <ac:picMkLst>
            <pc:docMk/>
            <pc:sldMk cId="4239469435" sldId="287"/>
            <ac:picMk id="16" creationId="{AF5C92D9-C4B4-6905-CA38-015E30950AEA}"/>
          </ac:picMkLst>
        </pc:picChg>
        <pc:picChg chg="add">
          <ac:chgData name="Joseph Anyanwu" userId="a9f4a03584880caa" providerId="LiveId" clId="{036C511A-FE14-4633-96F2-CD75C3A8418F}" dt="2026-03-13T03:11:24.433" v="1890" actId="26606"/>
          <ac:picMkLst>
            <pc:docMk/>
            <pc:sldMk cId="4239469435" sldId="287"/>
            <ac:picMk id="17" creationId="{9CD2319A-6FA9-4EFB-9EDF-7304467425E8}"/>
          </ac:picMkLst>
        </pc:picChg>
        <pc:picChg chg="add">
          <ac:chgData name="Joseph Anyanwu" userId="a9f4a03584880caa" providerId="LiveId" clId="{036C511A-FE14-4633-96F2-CD75C3A8418F}" dt="2026-03-13T03:11:24.433" v="1890" actId="26606"/>
          <ac:picMkLst>
            <pc:docMk/>
            <pc:sldMk cId="4239469435" sldId="287"/>
            <ac:picMk id="18" creationId="{F1B8F9CB-890B-4CB8-B503-188A763E2FC1}"/>
          </ac:picMkLst>
        </pc:picChg>
        <pc:picChg chg="add">
          <ac:chgData name="Joseph Anyanwu" userId="a9f4a03584880caa" providerId="LiveId" clId="{036C511A-FE14-4633-96F2-CD75C3A8418F}" dt="2026-03-13T03:11:24.433" v="1890" actId="26606"/>
          <ac:picMkLst>
            <pc:docMk/>
            <pc:sldMk cId="4239469435" sldId="287"/>
            <ac:picMk id="19" creationId="{D1692A93-3514-4486-8B67-CCA4E0259BCB}"/>
          </ac:picMkLst>
        </pc:picChg>
        <pc:picChg chg="add">
          <ac:chgData name="Joseph Anyanwu" userId="a9f4a03584880caa" providerId="LiveId" clId="{036C511A-FE14-4633-96F2-CD75C3A8418F}" dt="2026-03-13T03:11:24.433" v="1890" actId="26606"/>
          <ac:picMkLst>
            <pc:docMk/>
            <pc:sldMk cId="4239469435" sldId="287"/>
            <ac:picMk id="20" creationId="{AA632AB4-3837-4FD0-8B62-0A18B573F46D}"/>
          </ac:picMkLst>
        </pc:picChg>
        <pc:picChg chg="add mod">
          <ac:chgData name="Joseph Anyanwu" userId="a9f4a03584880caa" providerId="LiveId" clId="{036C511A-FE14-4633-96F2-CD75C3A8418F}" dt="2026-03-13T03:12:48.625" v="1904" actId="1076"/>
          <ac:picMkLst>
            <pc:docMk/>
            <pc:sldMk cId="4239469435" sldId="287"/>
            <ac:picMk id="23" creationId="{AF5C92D9-C4B4-6905-CA38-015E30950AEA}"/>
          </ac:picMkLst>
        </pc:picChg>
      </pc:sldChg>
      <pc:sldChg chg="addSp delSp modSp add mod ord">
        <pc:chgData name="Joseph Anyanwu" userId="a9f4a03584880caa" providerId="LiveId" clId="{036C511A-FE14-4633-96F2-CD75C3A8418F}" dt="2026-03-13T04:44:06.695" v="2403" actId="2711"/>
        <pc:sldMkLst>
          <pc:docMk/>
          <pc:sldMk cId="3399952955" sldId="288"/>
        </pc:sldMkLst>
        <pc:spChg chg="mod">
          <ac:chgData name="Joseph Anyanwu" userId="a9f4a03584880caa" providerId="LiveId" clId="{036C511A-FE14-4633-96F2-CD75C3A8418F}" dt="2026-03-13T04:44:06.695" v="2403" actId="2711"/>
          <ac:spMkLst>
            <pc:docMk/>
            <pc:sldMk cId="3399952955" sldId="288"/>
            <ac:spMk id="3" creationId="{897DE6B2-EC04-74D1-8D45-25C4DAE16731}"/>
          </ac:spMkLst>
        </pc:spChg>
        <pc:spChg chg="mod">
          <ac:chgData name="Joseph Anyanwu" userId="a9f4a03584880caa" providerId="LiveId" clId="{036C511A-FE14-4633-96F2-CD75C3A8418F}" dt="2026-03-13T04:40:32.564" v="2386" actId="208"/>
          <ac:spMkLst>
            <pc:docMk/>
            <pc:sldMk cId="3399952955" sldId="288"/>
            <ac:spMk id="5" creationId="{A9BC2F52-43D4-C48B-7B17-315A4EF77AA3}"/>
          </ac:spMkLst>
        </pc:spChg>
        <pc:spChg chg="add del mod">
          <ac:chgData name="Joseph Anyanwu" userId="a9f4a03584880caa" providerId="LiveId" clId="{036C511A-FE14-4633-96F2-CD75C3A8418F}" dt="2026-03-13T03:04:09.665" v="1833" actId="21"/>
          <ac:spMkLst>
            <pc:docMk/>
            <pc:sldMk cId="3399952955" sldId="288"/>
            <ac:spMk id="6" creationId="{40BA403D-39B5-FF4B-6431-264E9A47BEB3}"/>
          </ac:spMkLst>
        </pc:spChg>
        <pc:spChg chg="mod">
          <ac:chgData name="Joseph Anyanwu" userId="a9f4a03584880caa" providerId="LiveId" clId="{036C511A-FE14-4633-96F2-CD75C3A8418F}" dt="2026-03-13T04:40:38.544" v="2388" actId="208"/>
          <ac:spMkLst>
            <pc:docMk/>
            <pc:sldMk cId="3399952955" sldId="288"/>
            <ac:spMk id="9" creationId="{2C592929-5FA0-88F7-B28D-50ED8D280084}"/>
          </ac:spMkLst>
        </pc:spChg>
        <pc:spChg chg="del">
          <ac:chgData name="Joseph Anyanwu" userId="a9f4a03584880caa" providerId="LiveId" clId="{036C511A-FE14-4633-96F2-CD75C3A8418F}" dt="2026-03-13T03:03:56.921" v="1830" actId="21"/>
          <ac:spMkLst>
            <pc:docMk/>
            <pc:sldMk cId="3399952955" sldId="288"/>
            <ac:spMk id="14" creationId="{509BEBEA-71B8-D497-EC9E-3634B58D650A}"/>
          </ac:spMkLst>
        </pc:spChg>
        <pc:graphicFrameChg chg="add mod">
          <ac:chgData name="Joseph Anyanwu" userId="a9f4a03584880caa" providerId="LiveId" clId="{036C511A-FE14-4633-96F2-CD75C3A8418F}" dt="2026-03-13T03:01:57.843" v="1824"/>
          <ac:graphicFrameMkLst>
            <pc:docMk/>
            <pc:sldMk cId="3399952955" sldId="288"/>
            <ac:graphicFrameMk id="8" creationId="{1083E7B4-CD3A-CADE-EA63-F853AED89EDB}"/>
          </ac:graphicFrameMkLst>
        </pc:graphicFrameChg>
        <pc:picChg chg="del">
          <ac:chgData name="Joseph Anyanwu" userId="a9f4a03584880caa" providerId="LiveId" clId="{036C511A-FE14-4633-96F2-CD75C3A8418F}" dt="2026-03-13T03:01:29.861" v="1821" actId="478"/>
          <ac:picMkLst>
            <pc:docMk/>
            <pc:sldMk cId="3399952955" sldId="288"/>
            <ac:picMk id="7" creationId="{C8FF50BC-542E-6515-A7FA-A3CAFF02F58F}"/>
          </ac:picMkLst>
        </pc:picChg>
        <pc:picChg chg="add del mod">
          <ac:chgData name="Joseph Anyanwu" userId="a9f4a03584880caa" providerId="LiveId" clId="{036C511A-FE14-4633-96F2-CD75C3A8418F}" dt="2026-03-13T03:04:09.665" v="1833" actId="21"/>
          <ac:picMkLst>
            <pc:docMk/>
            <pc:sldMk cId="3399952955" sldId="288"/>
            <ac:picMk id="10" creationId="{EFBE698E-2E4D-203E-FF9F-028EABF5304E}"/>
          </ac:picMkLst>
        </pc:picChg>
        <pc:picChg chg="add del mod">
          <ac:chgData name="Joseph Anyanwu" userId="a9f4a03584880caa" providerId="LiveId" clId="{036C511A-FE14-4633-96F2-CD75C3A8418F}" dt="2026-03-13T03:03:56.921" v="1830" actId="21"/>
          <ac:picMkLst>
            <pc:docMk/>
            <pc:sldMk cId="3399952955" sldId="288"/>
            <ac:picMk id="11" creationId="{69A2F7C4-6CEA-F245-2356-93FEA2E45C20}"/>
          </ac:picMkLst>
        </pc:picChg>
        <pc:picChg chg="add mod">
          <ac:chgData name="Joseph Anyanwu" userId="a9f4a03584880caa" providerId="LiveId" clId="{036C511A-FE14-4633-96F2-CD75C3A8418F}" dt="2026-03-13T03:04:48.050" v="1839" actId="1076"/>
          <ac:picMkLst>
            <pc:docMk/>
            <pc:sldMk cId="3399952955" sldId="288"/>
            <ac:picMk id="12" creationId="{2823EA71-97D2-3117-20F1-6BEBE6508961}"/>
          </ac:picMkLst>
        </pc:picChg>
        <pc:picChg chg="del">
          <ac:chgData name="Joseph Anyanwu" userId="a9f4a03584880caa" providerId="LiveId" clId="{036C511A-FE14-4633-96F2-CD75C3A8418F}" dt="2026-03-13T03:03:02.312" v="1827" actId="478"/>
          <ac:picMkLst>
            <pc:docMk/>
            <pc:sldMk cId="3399952955" sldId="288"/>
            <ac:picMk id="13" creationId="{6C559899-4FEA-ADB5-E2F1-B799F779B341}"/>
          </ac:picMkLst>
        </pc:picChg>
        <pc:picChg chg="add mod">
          <ac:chgData name="Joseph Anyanwu" userId="a9f4a03584880caa" providerId="LiveId" clId="{036C511A-FE14-4633-96F2-CD75C3A8418F}" dt="2026-03-13T03:04:25.035" v="1836" actId="14100"/>
          <ac:picMkLst>
            <pc:docMk/>
            <pc:sldMk cId="3399952955" sldId="288"/>
            <ac:picMk id="15" creationId="{BD8FE098-D287-28B6-334C-C453E8ABA1D1}"/>
          </ac:picMkLst>
        </pc:picChg>
      </pc:sldChg>
      <pc:sldChg chg="addSp delSp modSp add mod ord setBg">
        <pc:chgData name="Joseph Anyanwu" userId="a9f4a03584880caa" providerId="LiveId" clId="{036C511A-FE14-4633-96F2-CD75C3A8418F}" dt="2026-03-13T04:43:46.493" v="2401" actId="2711"/>
        <pc:sldMkLst>
          <pc:docMk/>
          <pc:sldMk cId="2389629706" sldId="289"/>
        </pc:sldMkLst>
        <pc:spChg chg="mod">
          <ac:chgData name="Joseph Anyanwu" userId="a9f4a03584880caa" providerId="LiveId" clId="{036C511A-FE14-4633-96F2-CD75C3A8418F}" dt="2026-03-13T04:43:46.493" v="2401" actId="2711"/>
          <ac:spMkLst>
            <pc:docMk/>
            <pc:sldMk cId="2389629706" sldId="289"/>
            <ac:spMk id="2" creationId="{F7DFB45B-EB0C-2987-9F74-51E8989147F6}"/>
          </ac:spMkLst>
        </pc:spChg>
        <pc:spChg chg="add del mod">
          <ac:chgData name="Joseph Anyanwu" userId="a9f4a03584880caa" providerId="LiveId" clId="{036C511A-FE14-4633-96F2-CD75C3A8418F}" dt="2026-03-13T03:55:41.603" v="2082" actId="26606"/>
          <ac:spMkLst>
            <pc:docMk/>
            <pc:sldMk cId="2389629706" sldId="289"/>
            <ac:spMk id="8" creationId="{70280589-4BB0-4212-EF66-19D3559E7D05}"/>
          </ac:spMkLst>
        </pc:spChg>
        <pc:spChg chg="add del">
          <ac:chgData name="Joseph Anyanwu" userId="a9f4a03584880caa" providerId="LiveId" clId="{036C511A-FE14-4633-96F2-CD75C3A8418F}" dt="2026-03-13T03:54:15.431" v="2065" actId="26606"/>
          <ac:spMkLst>
            <pc:docMk/>
            <pc:sldMk cId="2389629706" sldId="289"/>
            <ac:spMk id="17" creationId="{4FA533C5-33E3-4611-AF9F-72811D8B26A6}"/>
          </ac:spMkLst>
        </pc:spChg>
        <pc:spChg chg="add del">
          <ac:chgData name="Joseph Anyanwu" userId="a9f4a03584880caa" providerId="LiveId" clId="{036C511A-FE14-4633-96F2-CD75C3A8418F}" dt="2026-03-13T03:53:47.789" v="2061" actId="26606"/>
          <ac:spMkLst>
            <pc:docMk/>
            <pc:sldMk cId="2389629706" sldId="289"/>
            <ac:spMk id="18" creationId="{C393B4A7-6ABF-423D-A762-3CDB4897A833}"/>
          </ac:spMkLst>
        </pc:spChg>
        <pc:spChg chg="add del">
          <ac:chgData name="Joseph Anyanwu" userId="a9f4a03584880caa" providerId="LiveId" clId="{036C511A-FE14-4633-96F2-CD75C3A8418F}" dt="2026-03-13T03:54:15.431" v="2065" actId="26606"/>
          <ac:spMkLst>
            <pc:docMk/>
            <pc:sldMk cId="2389629706" sldId="289"/>
            <ac:spMk id="23" creationId="{87F0FDC4-AD8C-47D9-9131-623C98ADB0AE}"/>
          </ac:spMkLst>
        </pc:spChg>
        <pc:spChg chg="add del">
          <ac:chgData name="Joseph Anyanwu" userId="a9f4a03584880caa" providerId="LiveId" clId="{036C511A-FE14-4633-96F2-CD75C3A8418F}" dt="2026-03-13T03:53:47.789" v="2061" actId="26606"/>
          <ac:spMkLst>
            <pc:docMk/>
            <pc:sldMk cId="2389629706" sldId="289"/>
            <ac:spMk id="24" creationId="{01AD250C-F2EA-449F-9B14-DF5BB674C500}"/>
          </ac:spMkLst>
        </pc:spChg>
        <pc:spChg chg="add del">
          <ac:chgData name="Joseph Anyanwu" userId="a9f4a03584880caa" providerId="LiveId" clId="{036C511A-FE14-4633-96F2-CD75C3A8418F}" dt="2026-03-13T03:54:15.431" v="2065" actId="26606"/>
          <ac:spMkLst>
            <pc:docMk/>
            <pc:sldMk cId="2389629706" sldId="289"/>
            <ac:spMk id="25" creationId="{20331F6A-DA09-422D-8CED-00C0B458583E}"/>
          </ac:spMkLst>
        </pc:spChg>
        <pc:spChg chg="add del">
          <ac:chgData name="Joseph Anyanwu" userId="a9f4a03584880caa" providerId="LiveId" clId="{036C511A-FE14-4633-96F2-CD75C3A8418F}" dt="2026-03-13T03:54:04.306" v="2063" actId="26606"/>
          <ac:spMkLst>
            <pc:docMk/>
            <pc:sldMk cId="2389629706" sldId="289"/>
            <ac:spMk id="28" creationId="{C393B4A7-6ABF-423D-A762-3CDB4897A833}"/>
          </ac:spMkLst>
        </pc:spChg>
        <pc:spChg chg="add del">
          <ac:chgData name="Joseph Anyanwu" userId="a9f4a03584880caa" providerId="LiveId" clId="{036C511A-FE14-4633-96F2-CD75C3A8418F}" dt="2026-03-13T03:54:04.306" v="2063" actId="26606"/>
          <ac:spMkLst>
            <pc:docMk/>
            <pc:sldMk cId="2389629706" sldId="289"/>
            <ac:spMk id="31" creationId="{01AD250C-F2EA-449F-9B14-DF5BB674C500}"/>
          </ac:spMkLst>
        </pc:spChg>
        <pc:spChg chg="add del">
          <ac:chgData name="Joseph Anyanwu" userId="a9f4a03584880caa" providerId="LiveId" clId="{036C511A-FE14-4633-96F2-CD75C3A8418F}" dt="2026-03-13T03:55:16.140" v="2073" actId="26606"/>
          <ac:spMkLst>
            <pc:docMk/>
            <pc:sldMk cId="2389629706" sldId="289"/>
            <ac:spMk id="33" creationId="{C393B4A7-6ABF-423D-A762-3CDB4897A833}"/>
          </ac:spMkLst>
        </pc:spChg>
        <pc:spChg chg="add del">
          <ac:chgData name="Joseph Anyanwu" userId="a9f4a03584880caa" providerId="LiveId" clId="{036C511A-FE14-4633-96F2-CD75C3A8418F}" dt="2026-03-13T03:54:15.431" v="2065" actId="26606"/>
          <ac:spMkLst>
            <pc:docMk/>
            <pc:sldMk cId="2389629706" sldId="289"/>
            <ac:spMk id="34" creationId="{107C2F65-00C4-451C-8BFA-E765DEC17168}"/>
          </ac:spMkLst>
        </pc:spChg>
        <pc:spChg chg="add del">
          <ac:chgData name="Joseph Anyanwu" userId="a9f4a03584880caa" providerId="LiveId" clId="{036C511A-FE14-4633-96F2-CD75C3A8418F}" dt="2026-03-13T03:54:15.431" v="2065" actId="26606"/>
          <ac:spMkLst>
            <pc:docMk/>
            <pc:sldMk cId="2389629706" sldId="289"/>
            <ac:spMk id="35" creationId="{50DDF752-B2A6-49DC-B474-8E1F71AFF1DF}"/>
          </ac:spMkLst>
        </pc:spChg>
        <pc:spChg chg="add del">
          <ac:chgData name="Joseph Anyanwu" userId="a9f4a03584880caa" providerId="LiveId" clId="{036C511A-FE14-4633-96F2-CD75C3A8418F}" dt="2026-03-13T03:54:15.431" v="2065" actId="26606"/>
          <ac:spMkLst>
            <pc:docMk/>
            <pc:sldMk cId="2389629706" sldId="289"/>
            <ac:spMk id="36" creationId="{70280589-4BB0-4212-EF66-19D3559E7D05}"/>
          </ac:spMkLst>
        </pc:spChg>
        <pc:spChg chg="add del">
          <ac:chgData name="Joseph Anyanwu" userId="a9f4a03584880caa" providerId="LiveId" clId="{036C511A-FE14-4633-96F2-CD75C3A8418F}" dt="2026-03-13T03:54:22.239" v="2067" actId="26606"/>
          <ac:spMkLst>
            <pc:docMk/>
            <pc:sldMk cId="2389629706" sldId="289"/>
            <ac:spMk id="40" creationId="{C393B4A7-6ABF-423D-A762-3CDB4897A833}"/>
          </ac:spMkLst>
        </pc:spChg>
        <pc:spChg chg="add del">
          <ac:chgData name="Joseph Anyanwu" userId="a9f4a03584880caa" providerId="LiveId" clId="{036C511A-FE14-4633-96F2-CD75C3A8418F}" dt="2026-03-13T03:54:22.239" v="2067" actId="26606"/>
          <ac:spMkLst>
            <pc:docMk/>
            <pc:sldMk cId="2389629706" sldId="289"/>
            <ac:spMk id="43" creationId="{01AD250C-F2EA-449F-9B14-DF5BB674C500}"/>
          </ac:spMkLst>
        </pc:spChg>
        <pc:spChg chg="add del">
          <ac:chgData name="Joseph Anyanwu" userId="a9f4a03584880caa" providerId="LiveId" clId="{036C511A-FE14-4633-96F2-CD75C3A8418F}" dt="2026-03-13T03:55:16.140" v="2073" actId="26606"/>
          <ac:spMkLst>
            <pc:docMk/>
            <pc:sldMk cId="2389629706" sldId="289"/>
            <ac:spMk id="46" creationId="{01AD250C-F2EA-449F-9B14-DF5BB674C500}"/>
          </ac:spMkLst>
        </pc:spChg>
        <pc:spChg chg="add del">
          <ac:chgData name="Joseph Anyanwu" userId="a9f4a03584880caa" providerId="LiveId" clId="{036C511A-FE14-4633-96F2-CD75C3A8418F}" dt="2026-03-13T03:55:29.292" v="2075" actId="26606"/>
          <ac:spMkLst>
            <pc:docMk/>
            <pc:sldMk cId="2389629706" sldId="289"/>
            <ac:spMk id="51" creationId="{C393B4A7-6ABF-423D-A762-3CDB4897A833}"/>
          </ac:spMkLst>
        </pc:spChg>
        <pc:spChg chg="add del">
          <ac:chgData name="Joseph Anyanwu" userId="a9f4a03584880caa" providerId="LiveId" clId="{036C511A-FE14-4633-96F2-CD75C3A8418F}" dt="2026-03-13T03:55:29.292" v="2075" actId="26606"/>
          <ac:spMkLst>
            <pc:docMk/>
            <pc:sldMk cId="2389629706" sldId="289"/>
            <ac:spMk id="54" creationId="{01AD250C-F2EA-449F-9B14-DF5BB674C500}"/>
          </ac:spMkLst>
        </pc:spChg>
        <pc:spChg chg="add del">
          <ac:chgData name="Joseph Anyanwu" userId="a9f4a03584880caa" providerId="LiveId" clId="{036C511A-FE14-4633-96F2-CD75C3A8418F}" dt="2026-03-13T03:55:39.642" v="2079" actId="26606"/>
          <ac:spMkLst>
            <pc:docMk/>
            <pc:sldMk cId="2389629706" sldId="289"/>
            <ac:spMk id="61" creationId="{C393B4A7-6ABF-423D-A762-3CDB4897A833}"/>
          </ac:spMkLst>
        </pc:spChg>
        <pc:spChg chg="add del">
          <ac:chgData name="Joseph Anyanwu" userId="a9f4a03584880caa" providerId="LiveId" clId="{036C511A-FE14-4633-96F2-CD75C3A8418F}" dt="2026-03-13T03:55:39.642" v="2079" actId="26606"/>
          <ac:spMkLst>
            <pc:docMk/>
            <pc:sldMk cId="2389629706" sldId="289"/>
            <ac:spMk id="64" creationId="{01AD250C-F2EA-449F-9B14-DF5BB674C500}"/>
          </ac:spMkLst>
        </pc:spChg>
        <pc:spChg chg="add del">
          <ac:chgData name="Joseph Anyanwu" userId="a9f4a03584880caa" providerId="LiveId" clId="{036C511A-FE14-4633-96F2-CD75C3A8418F}" dt="2026-03-13T03:55:41.545" v="2081" actId="26606"/>
          <ac:spMkLst>
            <pc:docMk/>
            <pc:sldMk cId="2389629706" sldId="289"/>
            <ac:spMk id="69" creationId="{C393B4A7-6ABF-423D-A762-3CDB4897A833}"/>
          </ac:spMkLst>
        </pc:spChg>
        <pc:spChg chg="add del">
          <ac:chgData name="Joseph Anyanwu" userId="a9f4a03584880caa" providerId="LiveId" clId="{036C511A-FE14-4633-96F2-CD75C3A8418F}" dt="2026-03-13T03:55:41.545" v="2081" actId="26606"/>
          <ac:spMkLst>
            <pc:docMk/>
            <pc:sldMk cId="2389629706" sldId="289"/>
            <ac:spMk id="72" creationId="{01AD250C-F2EA-449F-9B14-DF5BB674C500}"/>
          </ac:spMkLst>
        </pc:spChg>
        <pc:spChg chg="add">
          <ac:chgData name="Joseph Anyanwu" userId="a9f4a03584880caa" providerId="LiveId" clId="{036C511A-FE14-4633-96F2-CD75C3A8418F}" dt="2026-03-13T03:55:41.603" v="2082" actId="26606"/>
          <ac:spMkLst>
            <pc:docMk/>
            <pc:sldMk cId="2389629706" sldId="289"/>
            <ac:spMk id="77" creationId="{C393B4A7-6ABF-423D-A762-3CDB4897A833}"/>
          </ac:spMkLst>
        </pc:spChg>
        <pc:spChg chg="add">
          <ac:chgData name="Joseph Anyanwu" userId="a9f4a03584880caa" providerId="LiveId" clId="{036C511A-FE14-4633-96F2-CD75C3A8418F}" dt="2026-03-13T03:55:41.603" v="2082" actId="26606"/>
          <ac:spMkLst>
            <pc:docMk/>
            <pc:sldMk cId="2389629706" sldId="289"/>
            <ac:spMk id="80" creationId="{01AD250C-F2EA-449F-9B14-DF5BB674C500}"/>
          </ac:spMkLst>
        </pc:spChg>
        <pc:graphicFrameChg chg="add del">
          <ac:chgData name="Joseph Anyanwu" userId="a9f4a03584880caa" providerId="LiveId" clId="{036C511A-FE14-4633-96F2-CD75C3A8418F}" dt="2026-03-13T03:53:47.789" v="2061" actId="26606"/>
          <ac:graphicFrameMkLst>
            <pc:docMk/>
            <pc:sldMk cId="2389629706" sldId="289"/>
            <ac:graphicFrameMk id="10" creationId="{A4D73CF2-A002-E40E-F979-824F79C7E369}"/>
          </ac:graphicFrameMkLst>
        </pc:graphicFrameChg>
        <pc:graphicFrameChg chg="add del">
          <ac:chgData name="Joseph Anyanwu" userId="a9f4a03584880caa" providerId="LiveId" clId="{036C511A-FE14-4633-96F2-CD75C3A8418F}" dt="2026-03-13T03:54:04.306" v="2063" actId="26606"/>
          <ac:graphicFrameMkLst>
            <pc:docMk/>
            <pc:sldMk cId="2389629706" sldId="289"/>
            <ac:graphicFrameMk id="32" creationId="{55DCF29A-FDA4-ACC5-50CF-8C3F08C1B433}"/>
          </ac:graphicFrameMkLst>
        </pc:graphicFrameChg>
        <pc:graphicFrameChg chg="add del">
          <ac:chgData name="Joseph Anyanwu" userId="a9f4a03584880caa" providerId="LiveId" clId="{036C511A-FE14-4633-96F2-CD75C3A8418F}" dt="2026-03-13T03:54:22.239" v="2067" actId="26606"/>
          <ac:graphicFrameMkLst>
            <pc:docMk/>
            <pc:sldMk cId="2389629706" sldId="289"/>
            <ac:graphicFrameMk id="44" creationId="{55DCF29A-FDA4-ACC5-50CF-8C3F08C1B433}"/>
          </ac:graphicFrameMkLst>
        </pc:graphicFrameChg>
        <pc:graphicFrameChg chg="add del">
          <ac:chgData name="Joseph Anyanwu" userId="a9f4a03584880caa" providerId="LiveId" clId="{036C511A-FE14-4633-96F2-CD75C3A8418F}" dt="2026-03-13T03:55:16.140" v="2073" actId="26606"/>
          <ac:graphicFrameMkLst>
            <pc:docMk/>
            <pc:sldMk cId="2389629706" sldId="289"/>
            <ac:graphicFrameMk id="47" creationId="{F0EC0C05-F15D-91D2-F188-FC86C1445FB2}"/>
          </ac:graphicFrameMkLst>
        </pc:graphicFrameChg>
        <pc:graphicFrameChg chg="add del">
          <ac:chgData name="Joseph Anyanwu" userId="a9f4a03584880caa" providerId="LiveId" clId="{036C511A-FE14-4633-96F2-CD75C3A8418F}" dt="2026-03-13T03:55:29.292" v="2075" actId="26606"/>
          <ac:graphicFrameMkLst>
            <pc:docMk/>
            <pc:sldMk cId="2389629706" sldId="289"/>
            <ac:graphicFrameMk id="55" creationId="{F89035E9-455D-5E64-17D7-377708A3C0DD}"/>
          </ac:graphicFrameMkLst>
        </pc:graphicFrameChg>
        <pc:graphicFrameChg chg="add del">
          <ac:chgData name="Joseph Anyanwu" userId="a9f4a03584880caa" providerId="LiveId" clId="{036C511A-FE14-4633-96F2-CD75C3A8418F}" dt="2026-03-13T03:55:35.944" v="2077" actId="26606"/>
          <ac:graphicFrameMkLst>
            <pc:docMk/>
            <pc:sldMk cId="2389629706" sldId="289"/>
            <ac:graphicFrameMk id="57" creationId="{84AD8E19-3D6C-95C8-C8EA-E4DC6649580F}"/>
          </ac:graphicFrameMkLst>
        </pc:graphicFrameChg>
        <pc:graphicFrameChg chg="add del">
          <ac:chgData name="Joseph Anyanwu" userId="a9f4a03584880caa" providerId="LiveId" clId="{036C511A-FE14-4633-96F2-CD75C3A8418F}" dt="2026-03-13T03:55:39.642" v="2079" actId="26606"/>
          <ac:graphicFrameMkLst>
            <pc:docMk/>
            <pc:sldMk cId="2389629706" sldId="289"/>
            <ac:graphicFrameMk id="65" creationId="{F110C414-1A39-C694-9451-0B140B180D8E}"/>
          </ac:graphicFrameMkLst>
        </pc:graphicFrameChg>
        <pc:graphicFrameChg chg="add del">
          <ac:chgData name="Joseph Anyanwu" userId="a9f4a03584880caa" providerId="LiveId" clId="{036C511A-FE14-4633-96F2-CD75C3A8418F}" dt="2026-03-13T03:55:41.545" v="2081" actId="26606"/>
          <ac:graphicFrameMkLst>
            <pc:docMk/>
            <pc:sldMk cId="2389629706" sldId="289"/>
            <ac:graphicFrameMk id="73" creationId="{F89035E9-455D-5E64-17D7-377708A3C0DD}"/>
          </ac:graphicFrameMkLst>
        </pc:graphicFrameChg>
        <pc:graphicFrameChg chg="add mod">
          <ac:chgData name="Joseph Anyanwu" userId="a9f4a03584880caa" providerId="LiveId" clId="{036C511A-FE14-4633-96F2-CD75C3A8418F}" dt="2026-03-13T03:56:17.734" v="2088" actId="14100"/>
          <ac:graphicFrameMkLst>
            <pc:docMk/>
            <pc:sldMk cId="2389629706" sldId="289"/>
            <ac:graphicFrameMk id="81" creationId="{F0EC0C05-F15D-91D2-F188-FC86C1445FB2}"/>
          </ac:graphicFrameMkLst>
        </pc:graphicFrameChg>
        <pc:picChg chg="add del">
          <ac:chgData name="Joseph Anyanwu" userId="a9f4a03584880caa" providerId="LiveId" clId="{036C511A-FE14-4633-96F2-CD75C3A8418F}" dt="2026-03-13T03:55:16.140" v="2073" actId="26606"/>
          <ac:picMkLst>
            <pc:docMk/>
            <pc:sldMk cId="2389629706" sldId="289"/>
            <ac:picMk id="11" creationId="{F1B8F9CB-890B-4CB8-B503-188A763E2FC1}"/>
          </ac:picMkLst>
        </pc:picChg>
        <pc:picChg chg="add del">
          <ac:chgData name="Joseph Anyanwu" userId="a9f4a03584880caa" providerId="LiveId" clId="{036C511A-FE14-4633-96F2-CD75C3A8418F}" dt="2026-03-13T03:55:16.140" v="2073" actId="26606"/>
          <ac:picMkLst>
            <pc:docMk/>
            <pc:sldMk cId="2389629706" sldId="289"/>
            <ac:picMk id="12" creationId="{AA632AB4-3837-4FD0-8B62-0A18B573F46D}"/>
          </ac:picMkLst>
        </pc:picChg>
        <pc:picChg chg="add del">
          <ac:chgData name="Joseph Anyanwu" userId="a9f4a03584880caa" providerId="LiveId" clId="{036C511A-FE14-4633-96F2-CD75C3A8418F}" dt="2026-03-13T03:53:47.789" v="2061" actId="26606"/>
          <ac:picMkLst>
            <pc:docMk/>
            <pc:sldMk cId="2389629706" sldId="289"/>
            <ac:picMk id="14" creationId="{F1B8F9CB-890B-4CB8-B503-188A763E2FC1}"/>
          </ac:picMkLst>
        </pc:picChg>
        <pc:picChg chg="add del">
          <ac:chgData name="Joseph Anyanwu" userId="a9f4a03584880caa" providerId="LiveId" clId="{036C511A-FE14-4633-96F2-CD75C3A8418F}" dt="2026-03-13T03:54:15.431" v="2065" actId="26606"/>
          <ac:picMkLst>
            <pc:docMk/>
            <pc:sldMk cId="2389629706" sldId="289"/>
            <ac:picMk id="15" creationId="{2AE609E2-8522-44E4-9077-980E5BCF3E14}"/>
          </ac:picMkLst>
        </pc:picChg>
        <pc:picChg chg="add del">
          <ac:chgData name="Joseph Anyanwu" userId="a9f4a03584880caa" providerId="LiveId" clId="{036C511A-FE14-4633-96F2-CD75C3A8418F}" dt="2026-03-13T03:53:47.789" v="2061" actId="26606"/>
          <ac:picMkLst>
            <pc:docMk/>
            <pc:sldMk cId="2389629706" sldId="289"/>
            <ac:picMk id="16" creationId="{AA632AB4-3837-4FD0-8B62-0A18B573F46D}"/>
          </ac:picMkLst>
        </pc:picChg>
        <pc:picChg chg="add del">
          <ac:chgData name="Joseph Anyanwu" userId="a9f4a03584880caa" providerId="LiveId" clId="{036C511A-FE14-4633-96F2-CD75C3A8418F}" dt="2026-03-13T03:54:15.431" v="2065" actId="26606"/>
          <ac:picMkLst>
            <pc:docMk/>
            <pc:sldMk cId="2389629706" sldId="289"/>
            <ac:picMk id="19" creationId="{8949AD42-25FD-4C3D-9EEE-B7FEC5809988}"/>
          </ac:picMkLst>
        </pc:picChg>
        <pc:picChg chg="add del">
          <ac:chgData name="Joseph Anyanwu" userId="a9f4a03584880caa" providerId="LiveId" clId="{036C511A-FE14-4633-96F2-CD75C3A8418F}" dt="2026-03-13T03:53:47.789" v="2061" actId="26606"/>
          <ac:picMkLst>
            <pc:docMk/>
            <pc:sldMk cId="2389629706" sldId="289"/>
            <ac:picMk id="20" creationId="{9CD2319A-6FA9-4EFB-9EDF-7304467425E8}"/>
          </ac:picMkLst>
        </pc:picChg>
        <pc:picChg chg="add del">
          <ac:chgData name="Joseph Anyanwu" userId="a9f4a03584880caa" providerId="LiveId" clId="{036C511A-FE14-4633-96F2-CD75C3A8418F}" dt="2026-03-13T03:53:47.789" v="2061" actId="26606"/>
          <ac:picMkLst>
            <pc:docMk/>
            <pc:sldMk cId="2389629706" sldId="289"/>
            <ac:picMk id="22" creationId="{D1692A93-3514-4486-8B67-CCA4E0259BCB}"/>
          </ac:picMkLst>
        </pc:picChg>
        <pc:picChg chg="add del">
          <ac:chgData name="Joseph Anyanwu" userId="a9f4a03584880caa" providerId="LiveId" clId="{036C511A-FE14-4633-96F2-CD75C3A8418F}" dt="2026-03-13T03:54:04.306" v="2063" actId="26606"/>
          <ac:picMkLst>
            <pc:docMk/>
            <pc:sldMk cId="2389629706" sldId="289"/>
            <ac:picMk id="26" creationId="{F1B8F9CB-890B-4CB8-B503-188A763E2FC1}"/>
          </ac:picMkLst>
        </pc:picChg>
        <pc:picChg chg="add del">
          <ac:chgData name="Joseph Anyanwu" userId="a9f4a03584880caa" providerId="LiveId" clId="{036C511A-FE14-4633-96F2-CD75C3A8418F}" dt="2026-03-13T03:54:04.306" v="2063" actId="26606"/>
          <ac:picMkLst>
            <pc:docMk/>
            <pc:sldMk cId="2389629706" sldId="289"/>
            <ac:picMk id="27" creationId="{AA632AB4-3837-4FD0-8B62-0A18B573F46D}"/>
          </ac:picMkLst>
        </pc:picChg>
        <pc:picChg chg="add del">
          <ac:chgData name="Joseph Anyanwu" userId="a9f4a03584880caa" providerId="LiveId" clId="{036C511A-FE14-4633-96F2-CD75C3A8418F}" dt="2026-03-13T03:54:04.306" v="2063" actId="26606"/>
          <ac:picMkLst>
            <pc:docMk/>
            <pc:sldMk cId="2389629706" sldId="289"/>
            <ac:picMk id="29" creationId="{9CD2319A-6FA9-4EFB-9EDF-7304467425E8}"/>
          </ac:picMkLst>
        </pc:picChg>
        <pc:picChg chg="add del">
          <ac:chgData name="Joseph Anyanwu" userId="a9f4a03584880caa" providerId="LiveId" clId="{036C511A-FE14-4633-96F2-CD75C3A8418F}" dt="2026-03-13T03:54:04.306" v="2063" actId="26606"/>
          <ac:picMkLst>
            <pc:docMk/>
            <pc:sldMk cId="2389629706" sldId="289"/>
            <ac:picMk id="30" creationId="{D1692A93-3514-4486-8B67-CCA4E0259BCB}"/>
          </ac:picMkLst>
        </pc:picChg>
        <pc:picChg chg="add del">
          <ac:chgData name="Joseph Anyanwu" userId="a9f4a03584880caa" providerId="LiveId" clId="{036C511A-FE14-4633-96F2-CD75C3A8418F}" dt="2026-03-13T03:55:16.140" v="2073" actId="26606"/>
          <ac:picMkLst>
            <pc:docMk/>
            <pc:sldMk cId="2389629706" sldId="289"/>
            <ac:picMk id="37" creationId="{9CD2319A-6FA9-4EFB-9EDF-7304467425E8}"/>
          </ac:picMkLst>
        </pc:picChg>
        <pc:picChg chg="add del">
          <ac:chgData name="Joseph Anyanwu" userId="a9f4a03584880caa" providerId="LiveId" clId="{036C511A-FE14-4633-96F2-CD75C3A8418F}" dt="2026-03-13T03:54:22.239" v="2067" actId="26606"/>
          <ac:picMkLst>
            <pc:docMk/>
            <pc:sldMk cId="2389629706" sldId="289"/>
            <ac:picMk id="38" creationId="{F1B8F9CB-890B-4CB8-B503-188A763E2FC1}"/>
          </ac:picMkLst>
        </pc:picChg>
        <pc:picChg chg="add del">
          <ac:chgData name="Joseph Anyanwu" userId="a9f4a03584880caa" providerId="LiveId" clId="{036C511A-FE14-4633-96F2-CD75C3A8418F}" dt="2026-03-13T03:54:22.239" v="2067" actId="26606"/>
          <ac:picMkLst>
            <pc:docMk/>
            <pc:sldMk cId="2389629706" sldId="289"/>
            <ac:picMk id="39" creationId="{AA632AB4-3837-4FD0-8B62-0A18B573F46D}"/>
          </ac:picMkLst>
        </pc:picChg>
        <pc:picChg chg="add del">
          <ac:chgData name="Joseph Anyanwu" userId="a9f4a03584880caa" providerId="LiveId" clId="{036C511A-FE14-4633-96F2-CD75C3A8418F}" dt="2026-03-13T03:54:22.239" v="2067" actId="26606"/>
          <ac:picMkLst>
            <pc:docMk/>
            <pc:sldMk cId="2389629706" sldId="289"/>
            <ac:picMk id="41" creationId="{9CD2319A-6FA9-4EFB-9EDF-7304467425E8}"/>
          </ac:picMkLst>
        </pc:picChg>
        <pc:picChg chg="add del">
          <ac:chgData name="Joseph Anyanwu" userId="a9f4a03584880caa" providerId="LiveId" clId="{036C511A-FE14-4633-96F2-CD75C3A8418F}" dt="2026-03-13T03:54:22.239" v="2067" actId="26606"/>
          <ac:picMkLst>
            <pc:docMk/>
            <pc:sldMk cId="2389629706" sldId="289"/>
            <ac:picMk id="42" creationId="{D1692A93-3514-4486-8B67-CCA4E0259BCB}"/>
          </ac:picMkLst>
        </pc:picChg>
        <pc:picChg chg="add del">
          <ac:chgData name="Joseph Anyanwu" userId="a9f4a03584880caa" providerId="LiveId" clId="{036C511A-FE14-4633-96F2-CD75C3A8418F}" dt="2026-03-13T03:55:16.140" v="2073" actId="26606"/>
          <ac:picMkLst>
            <pc:docMk/>
            <pc:sldMk cId="2389629706" sldId="289"/>
            <ac:picMk id="45" creationId="{D1692A93-3514-4486-8B67-CCA4E0259BCB}"/>
          </ac:picMkLst>
        </pc:picChg>
        <pc:picChg chg="add del">
          <ac:chgData name="Joseph Anyanwu" userId="a9f4a03584880caa" providerId="LiveId" clId="{036C511A-FE14-4633-96F2-CD75C3A8418F}" dt="2026-03-13T03:55:29.292" v="2075" actId="26606"/>
          <ac:picMkLst>
            <pc:docMk/>
            <pc:sldMk cId="2389629706" sldId="289"/>
            <ac:picMk id="49" creationId="{F1B8F9CB-890B-4CB8-B503-188A763E2FC1}"/>
          </ac:picMkLst>
        </pc:picChg>
        <pc:picChg chg="add del">
          <ac:chgData name="Joseph Anyanwu" userId="a9f4a03584880caa" providerId="LiveId" clId="{036C511A-FE14-4633-96F2-CD75C3A8418F}" dt="2026-03-13T03:55:29.292" v="2075" actId="26606"/>
          <ac:picMkLst>
            <pc:docMk/>
            <pc:sldMk cId="2389629706" sldId="289"/>
            <ac:picMk id="50" creationId="{AA632AB4-3837-4FD0-8B62-0A18B573F46D}"/>
          </ac:picMkLst>
        </pc:picChg>
        <pc:picChg chg="add del">
          <ac:chgData name="Joseph Anyanwu" userId="a9f4a03584880caa" providerId="LiveId" clId="{036C511A-FE14-4633-96F2-CD75C3A8418F}" dt="2026-03-13T03:55:29.292" v="2075" actId="26606"/>
          <ac:picMkLst>
            <pc:docMk/>
            <pc:sldMk cId="2389629706" sldId="289"/>
            <ac:picMk id="52" creationId="{9CD2319A-6FA9-4EFB-9EDF-7304467425E8}"/>
          </ac:picMkLst>
        </pc:picChg>
        <pc:picChg chg="add del">
          <ac:chgData name="Joseph Anyanwu" userId="a9f4a03584880caa" providerId="LiveId" clId="{036C511A-FE14-4633-96F2-CD75C3A8418F}" dt="2026-03-13T03:55:29.292" v="2075" actId="26606"/>
          <ac:picMkLst>
            <pc:docMk/>
            <pc:sldMk cId="2389629706" sldId="289"/>
            <ac:picMk id="53" creationId="{D1692A93-3514-4486-8B67-CCA4E0259BCB}"/>
          </ac:picMkLst>
        </pc:picChg>
        <pc:picChg chg="add del">
          <ac:chgData name="Joseph Anyanwu" userId="a9f4a03584880caa" providerId="LiveId" clId="{036C511A-FE14-4633-96F2-CD75C3A8418F}" dt="2026-03-13T03:55:39.642" v="2079" actId="26606"/>
          <ac:picMkLst>
            <pc:docMk/>
            <pc:sldMk cId="2389629706" sldId="289"/>
            <ac:picMk id="59" creationId="{F1B8F9CB-890B-4CB8-B503-188A763E2FC1}"/>
          </ac:picMkLst>
        </pc:picChg>
        <pc:picChg chg="add del">
          <ac:chgData name="Joseph Anyanwu" userId="a9f4a03584880caa" providerId="LiveId" clId="{036C511A-FE14-4633-96F2-CD75C3A8418F}" dt="2026-03-13T03:55:39.642" v="2079" actId="26606"/>
          <ac:picMkLst>
            <pc:docMk/>
            <pc:sldMk cId="2389629706" sldId="289"/>
            <ac:picMk id="60" creationId="{AA632AB4-3837-4FD0-8B62-0A18B573F46D}"/>
          </ac:picMkLst>
        </pc:picChg>
        <pc:picChg chg="add del">
          <ac:chgData name="Joseph Anyanwu" userId="a9f4a03584880caa" providerId="LiveId" clId="{036C511A-FE14-4633-96F2-CD75C3A8418F}" dt="2026-03-13T03:55:39.642" v="2079" actId="26606"/>
          <ac:picMkLst>
            <pc:docMk/>
            <pc:sldMk cId="2389629706" sldId="289"/>
            <ac:picMk id="62" creationId="{9CD2319A-6FA9-4EFB-9EDF-7304467425E8}"/>
          </ac:picMkLst>
        </pc:picChg>
        <pc:picChg chg="add del">
          <ac:chgData name="Joseph Anyanwu" userId="a9f4a03584880caa" providerId="LiveId" clId="{036C511A-FE14-4633-96F2-CD75C3A8418F}" dt="2026-03-13T03:55:39.642" v="2079" actId="26606"/>
          <ac:picMkLst>
            <pc:docMk/>
            <pc:sldMk cId="2389629706" sldId="289"/>
            <ac:picMk id="63" creationId="{D1692A93-3514-4486-8B67-CCA4E0259BCB}"/>
          </ac:picMkLst>
        </pc:picChg>
        <pc:picChg chg="add del">
          <ac:chgData name="Joseph Anyanwu" userId="a9f4a03584880caa" providerId="LiveId" clId="{036C511A-FE14-4633-96F2-CD75C3A8418F}" dt="2026-03-13T03:55:41.545" v="2081" actId="26606"/>
          <ac:picMkLst>
            <pc:docMk/>
            <pc:sldMk cId="2389629706" sldId="289"/>
            <ac:picMk id="67" creationId="{F1B8F9CB-890B-4CB8-B503-188A763E2FC1}"/>
          </ac:picMkLst>
        </pc:picChg>
        <pc:picChg chg="add del">
          <ac:chgData name="Joseph Anyanwu" userId="a9f4a03584880caa" providerId="LiveId" clId="{036C511A-FE14-4633-96F2-CD75C3A8418F}" dt="2026-03-13T03:55:41.545" v="2081" actId="26606"/>
          <ac:picMkLst>
            <pc:docMk/>
            <pc:sldMk cId="2389629706" sldId="289"/>
            <ac:picMk id="68" creationId="{AA632AB4-3837-4FD0-8B62-0A18B573F46D}"/>
          </ac:picMkLst>
        </pc:picChg>
        <pc:picChg chg="add del">
          <ac:chgData name="Joseph Anyanwu" userId="a9f4a03584880caa" providerId="LiveId" clId="{036C511A-FE14-4633-96F2-CD75C3A8418F}" dt="2026-03-13T03:55:41.545" v="2081" actId="26606"/>
          <ac:picMkLst>
            <pc:docMk/>
            <pc:sldMk cId="2389629706" sldId="289"/>
            <ac:picMk id="70" creationId="{9CD2319A-6FA9-4EFB-9EDF-7304467425E8}"/>
          </ac:picMkLst>
        </pc:picChg>
        <pc:picChg chg="add del">
          <ac:chgData name="Joseph Anyanwu" userId="a9f4a03584880caa" providerId="LiveId" clId="{036C511A-FE14-4633-96F2-CD75C3A8418F}" dt="2026-03-13T03:55:41.545" v="2081" actId="26606"/>
          <ac:picMkLst>
            <pc:docMk/>
            <pc:sldMk cId="2389629706" sldId="289"/>
            <ac:picMk id="71" creationId="{D1692A93-3514-4486-8B67-CCA4E0259BCB}"/>
          </ac:picMkLst>
        </pc:picChg>
        <pc:picChg chg="add">
          <ac:chgData name="Joseph Anyanwu" userId="a9f4a03584880caa" providerId="LiveId" clId="{036C511A-FE14-4633-96F2-CD75C3A8418F}" dt="2026-03-13T03:55:41.603" v="2082" actId="26606"/>
          <ac:picMkLst>
            <pc:docMk/>
            <pc:sldMk cId="2389629706" sldId="289"/>
            <ac:picMk id="75" creationId="{F1B8F9CB-890B-4CB8-B503-188A763E2FC1}"/>
          </ac:picMkLst>
        </pc:picChg>
        <pc:picChg chg="add">
          <ac:chgData name="Joseph Anyanwu" userId="a9f4a03584880caa" providerId="LiveId" clId="{036C511A-FE14-4633-96F2-CD75C3A8418F}" dt="2026-03-13T03:55:41.603" v="2082" actId="26606"/>
          <ac:picMkLst>
            <pc:docMk/>
            <pc:sldMk cId="2389629706" sldId="289"/>
            <ac:picMk id="76" creationId="{AA632AB4-3837-4FD0-8B62-0A18B573F46D}"/>
          </ac:picMkLst>
        </pc:picChg>
        <pc:picChg chg="add">
          <ac:chgData name="Joseph Anyanwu" userId="a9f4a03584880caa" providerId="LiveId" clId="{036C511A-FE14-4633-96F2-CD75C3A8418F}" dt="2026-03-13T03:55:41.603" v="2082" actId="26606"/>
          <ac:picMkLst>
            <pc:docMk/>
            <pc:sldMk cId="2389629706" sldId="289"/>
            <ac:picMk id="78" creationId="{9CD2319A-6FA9-4EFB-9EDF-7304467425E8}"/>
          </ac:picMkLst>
        </pc:picChg>
        <pc:picChg chg="add">
          <ac:chgData name="Joseph Anyanwu" userId="a9f4a03584880caa" providerId="LiveId" clId="{036C511A-FE14-4633-96F2-CD75C3A8418F}" dt="2026-03-13T03:55:41.603" v="2082" actId="26606"/>
          <ac:picMkLst>
            <pc:docMk/>
            <pc:sldMk cId="2389629706" sldId="289"/>
            <ac:picMk id="79" creationId="{D1692A93-3514-4486-8B67-CCA4E0259BCB}"/>
          </ac:picMkLst>
        </pc:picChg>
      </pc:sldChg>
      <pc:sldChg chg="addSp delSp modSp add mod setBg">
        <pc:chgData name="Joseph Anyanwu" userId="a9f4a03584880caa" providerId="LiveId" clId="{036C511A-FE14-4633-96F2-CD75C3A8418F}" dt="2026-03-13T04:43:06.336" v="2400" actId="2711"/>
        <pc:sldMkLst>
          <pc:docMk/>
          <pc:sldMk cId="2694200121" sldId="290"/>
        </pc:sldMkLst>
        <pc:spChg chg="mod">
          <ac:chgData name="Joseph Anyanwu" userId="a9f4a03584880caa" providerId="LiveId" clId="{036C511A-FE14-4633-96F2-CD75C3A8418F}" dt="2026-03-13T04:43:06.336" v="2400" actId="2711"/>
          <ac:spMkLst>
            <pc:docMk/>
            <pc:sldMk cId="2694200121" sldId="290"/>
            <ac:spMk id="2" creationId="{67A257F5-8DF8-465F-46B5-524A92B7BDB6}"/>
          </ac:spMkLst>
        </pc:spChg>
        <pc:spChg chg="del mod">
          <ac:chgData name="Joseph Anyanwu" userId="a9f4a03584880caa" providerId="LiveId" clId="{036C511A-FE14-4633-96F2-CD75C3A8418F}" dt="2026-03-13T04:03:47.578" v="2161" actId="26606"/>
          <ac:spMkLst>
            <pc:docMk/>
            <pc:sldMk cId="2694200121" sldId="290"/>
            <ac:spMk id="8" creationId="{40992DD0-360F-B41D-7573-9DF000327924}"/>
          </ac:spMkLst>
        </pc:spChg>
        <pc:spChg chg="add del">
          <ac:chgData name="Joseph Anyanwu" userId="a9f4a03584880caa" providerId="LiveId" clId="{036C511A-FE14-4633-96F2-CD75C3A8418F}" dt="2026-03-13T04:03:59.801" v="2162" actId="26606"/>
          <ac:spMkLst>
            <pc:docMk/>
            <pc:sldMk cId="2694200121" sldId="290"/>
            <ac:spMk id="18" creationId="{C393B4A7-6ABF-423D-A762-3CDB4897A833}"/>
          </ac:spMkLst>
        </pc:spChg>
        <pc:spChg chg="add del">
          <ac:chgData name="Joseph Anyanwu" userId="a9f4a03584880caa" providerId="LiveId" clId="{036C511A-FE14-4633-96F2-CD75C3A8418F}" dt="2026-03-13T04:03:59.801" v="2162" actId="26606"/>
          <ac:spMkLst>
            <pc:docMk/>
            <pc:sldMk cId="2694200121" sldId="290"/>
            <ac:spMk id="24" creationId="{01AD250C-F2EA-449F-9B14-DF5BB674C500}"/>
          </ac:spMkLst>
        </pc:spChg>
        <pc:spChg chg="add">
          <ac:chgData name="Joseph Anyanwu" userId="a9f4a03584880caa" providerId="LiveId" clId="{036C511A-FE14-4633-96F2-CD75C3A8418F}" dt="2026-03-13T04:03:59.801" v="2162" actId="26606"/>
          <ac:spMkLst>
            <pc:docMk/>
            <pc:sldMk cId="2694200121" sldId="290"/>
            <ac:spMk id="33" creationId="{C393B4A7-6ABF-423D-A762-3CDB4897A833}"/>
          </ac:spMkLst>
        </pc:spChg>
        <pc:spChg chg="add">
          <ac:chgData name="Joseph Anyanwu" userId="a9f4a03584880caa" providerId="LiveId" clId="{036C511A-FE14-4633-96F2-CD75C3A8418F}" dt="2026-03-13T04:03:59.801" v="2162" actId="26606"/>
          <ac:spMkLst>
            <pc:docMk/>
            <pc:sldMk cId="2694200121" sldId="290"/>
            <ac:spMk id="39" creationId="{01AD250C-F2EA-449F-9B14-DF5BB674C500}"/>
          </ac:spMkLst>
        </pc:spChg>
        <pc:graphicFrameChg chg="add mod">
          <ac:chgData name="Joseph Anyanwu" userId="a9f4a03584880caa" providerId="LiveId" clId="{036C511A-FE14-4633-96F2-CD75C3A8418F}" dt="2026-03-13T04:42:56.583" v="2399" actId="1076"/>
          <ac:graphicFrameMkLst>
            <pc:docMk/>
            <pc:sldMk cId="2694200121" sldId="290"/>
            <ac:graphicFrameMk id="10" creationId="{2E323ED0-1735-8DC7-9AC2-7F7FC4D3FDEE}"/>
          </ac:graphicFrameMkLst>
        </pc:graphicFrameChg>
        <pc:picChg chg="add del">
          <ac:chgData name="Joseph Anyanwu" userId="a9f4a03584880caa" providerId="LiveId" clId="{036C511A-FE14-4633-96F2-CD75C3A8418F}" dt="2026-03-13T04:03:59.801" v="2162" actId="26606"/>
          <ac:picMkLst>
            <pc:docMk/>
            <pc:sldMk cId="2694200121" sldId="290"/>
            <ac:picMk id="14" creationId="{F1B8F9CB-890B-4CB8-B503-188A763E2FC1}"/>
          </ac:picMkLst>
        </pc:picChg>
        <pc:picChg chg="add del">
          <ac:chgData name="Joseph Anyanwu" userId="a9f4a03584880caa" providerId="LiveId" clId="{036C511A-FE14-4633-96F2-CD75C3A8418F}" dt="2026-03-13T04:03:59.801" v="2162" actId="26606"/>
          <ac:picMkLst>
            <pc:docMk/>
            <pc:sldMk cId="2694200121" sldId="290"/>
            <ac:picMk id="16" creationId="{AA632AB4-3837-4FD0-8B62-0A18B573F46D}"/>
          </ac:picMkLst>
        </pc:picChg>
        <pc:picChg chg="add del">
          <ac:chgData name="Joseph Anyanwu" userId="a9f4a03584880caa" providerId="LiveId" clId="{036C511A-FE14-4633-96F2-CD75C3A8418F}" dt="2026-03-13T04:03:59.801" v="2162" actId="26606"/>
          <ac:picMkLst>
            <pc:docMk/>
            <pc:sldMk cId="2694200121" sldId="290"/>
            <ac:picMk id="20" creationId="{9CD2319A-6FA9-4EFB-9EDF-7304467425E8}"/>
          </ac:picMkLst>
        </pc:picChg>
        <pc:picChg chg="add del">
          <ac:chgData name="Joseph Anyanwu" userId="a9f4a03584880caa" providerId="LiveId" clId="{036C511A-FE14-4633-96F2-CD75C3A8418F}" dt="2026-03-13T04:03:59.801" v="2162" actId="26606"/>
          <ac:picMkLst>
            <pc:docMk/>
            <pc:sldMk cId="2694200121" sldId="290"/>
            <ac:picMk id="22" creationId="{D1692A93-3514-4486-8B67-CCA4E0259BCB}"/>
          </ac:picMkLst>
        </pc:picChg>
        <pc:picChg chg="add">
          <ac:chgData name="Joseph Anyanwu" userId="a9f4a03584880caa" providerId="LiveId" clId="{036C511A-FE14-4633-96F2-CD75C3A8418F}" dt="2026-03-13T04:03:59.801" v="2162" actId="26606"/>
          <ac:picMkLst>
            <pc:docMk/>
            <pc:sldMk cId="2694200121" sldId="290"/>
            <ac:picMk id="35" creationId="{9CD2319A-6FA9-4EFB-9EDF-7304467425E8}"/>
          </ac:picMkLst>
        </pc:picChg>
        <pc:picChg chg="add">
          <ac:chgData name="Joseph Anyanwu" userId="a9f4a03584880caa" providerId="LiveId" clId="{036C511A-FE14-4633-96F2-CD75C3A8418F}" dt="2026-03-13T04:03:59.801" v="2162" actId="26606"/>
          <ac:picMkLst>
            <pc:docMk/>
            <pc:sldMk cId="2694200121" sldId="290"/>
            <ac:picMk id="37" creationId="{D1692A93-3514-4486-8B67-CCA4E0259BCB}"/>
          </ac:picMkLst>
        </pc:picChg>
      </pc:sldChg>
      <pc:sldChg chg="modSp add del mod">
        <pc:chgData name="Joseph Anyanwu" userId="a9f4a03584880caa" providerId="LiveId" clId="{036C511A-FE14-4633-96F2-CD75C3A8418F}" dt="2026-03-13T03:56:53.177" v="2091" actId="2696"/>
        <pc:sldMkLst>
          <pc:docMk/>
          <pc:sldMk cId="677360061" sldId="291"/>
        </pc:sldMkLst>
        <pc:spChg chg="mod">
          <ac:chgData name="Joseph Anyanwu" userId="a9f4a03584880caa" providerId="LiveId" clId="{036C511A-FE14-4633-96F2-CD75C3A8418F}" dt="2026-03-13T03:47:09.193" v="2034" actId="20577"/>
          <ac:spMkLst>
            <pc:docMk/>
            <pc:sldMk cId="677360061" sldId="291"/>
            <ac:spMk id="2" creationId="{000733B8-5AB6-AB99-B103-D09AF87CCCB6}"/>
          </ac:spMkLst>
        </pc:spChg>
        <pc:spChg chg="mod">
          <ac:chgData name="Joseph Anyanwu" userId="a9f4a03584880caa" providerId="LiveId" clId="{036C511A-FE14-4633-96F2-CD75C3A8418F}" dt="2026-03-13T03:46:44.834" v="2025" actId="12"/>
          <ac:spMkLst>
            <pc:docMk/>
            <pc:sldMk cId="677360061" sldId="291"/>
            <ac:spMk id="8" creationId="{C00BBF37-4362-C5D4-FD1D-B3108549AAC8}"/>
          </ac:spMkLst>
        </pc:spChg>
      </pc:sldChg>
      <pc:sldChg chg="add del">
        <pc:chgData name="Joseph Anyanwu" userId="a9f4a03584880caa" providerId="LiveId" clId="{036C511A-FE14-4633-96F2-CD75C3A8418F}" dt="2026-03-13T03:54:53.025" v="2070" actId="2696"/>
        <pc:sldMkLst>
          <pc:docMk/>
          <pc:sldMk cId="105944136" sldId="292"/>
        </pc:sldMkLst>
      </pc:sldChg>
      <pc:sldChg chg="addSp delSp modSp add mod ord">
        <pc:chgData name="Joseph Anyanwu" userId="a9f4a03584880caa" providerId="LiveId" clId="{036C511A-FE14-4633-96F2-CD75C3A8418F}" dt="2026-03-13T04:50:24.198" v="2471" actId="208"/>
        <pc:sldMkLst>
          <pc:docMk/>
          <pc:sldMk cId="3063421815" sldId="292"/>
        </pc:sldMkLst>
        <pc:spChg chg="mod">
          <ac:chgData name="Joseph Anyanwu" userId="a9f4a03584880caa" providerId="LiveId" clId="{036C511A-FE14-4633-96F2-CD75C3A8418F}" dt="2026-03-13T04:47:00.029" v="2433" actId="1076"/>
          <ac:spMkLst>
            <pc:docMk/>
            <pc:sldMk cId="3063421815" sldId="292"/>
            <ac:spMk id="2" creationId="{AA797A26-B8B6-17F1-CD93-85B70B30C059}"/>
          </ac:spMkLst>
        </pc:spChg>
        <pc:spChg chg="add mod">
          <ac:chgData name="Joseph Anyanwu" userId="a9f4a03584880caa" providerId="LiveId" clId="{036C511A-FE14-4633-96F2-CD75C3A8418F}" dt="2026-03-13T04:50:24.198" v="2471" actId="208"/>
          <ac:spMkLst>
            <pc:docMk/>
            <pc:sldMk cId="3063421815" sldId="292"/>
            <ac:spMk id="5" creationId="{FAA67F6D-826E-983B-2A18-155288B52066}"/>
          </ac:spMkLst>
        </pc:spChg>
        <pc:spChg chg="mod">
          <ac:chgData name="Joseph Anyanwu" userId="a9f4a03584880caa" providerId="LiveId" clId="{036C511A-FE14-4633-96F2-CD75C3A8418F}" dt="2026-03-13T04:50:16.928" v="2469" actId="208"/>
          <ac:spMkLst>
            <pc:docMk/>
            <pc:sldMk cId="3063421815" sldId="292"/>
            <ac:spMk id="8" creationId="{86D4A541-81E8-2007-2F27-2C48147F82A4}"/>
          </ac:spMkLst>
        </pc:spChg>
        <pc:picChg chg="add del mod">
          <ac:chgData name="Joseph Anyanwu" userId="a9f4a03584880caa" providerId="LiveId" clId="{036C511A-FE14-4633-96F2-CD75C3A8418F}" dt="2026-03-13T04:50:02.347" v="2466" actId="21"/>
          <ac:picMkLst>
            <pc:docMk/>
            <pc:sldMk cId="3063421815" sldId="292"/>
            <ac:picMk id="7" creationId="{F93F46B8-196C-8F22-0DFF-2B3D617E8C8F}"/>
          </ac:picMkLst>
        </pc:picChg>
        <pc:picChg chg="add mod">
          <ac:chgData name="Joseph Anyanwu" userId="a9f4a03584880caa" providerId="LiveId" clId="{036C511A-FE14-4633-96F2-CD75C3A8418F}" dt="2026-03-13T04:50:12.210" v="2467"/>
          <ac:picMkLst>
            <pc:docMk/>
            <pc:sldMk cId="3063421815" sldId="292"/>
            <ac:picMk id="9" creationId="{F93F46B8-196C-8F22-0DFF-2B3D617E8C8F}"/>
          </ac:picMkLst>
        </pc:picChg>
      </pc:sldChg>
      <pc:sldChg chg="modSp add del mod ord">
        <pc:chgData name="Joseph Anyanwu" userId="a9f4a03584880caa" providerId="LiveId" clId="{036C511A-FE14-4633-96F2-CD75C3A8418F}" dt="2026-03-13T04:57:58.199" v="2571" actId="2696"/>
        <pc:sldMkLst>
          <pc:docMk/>
          <pc:sldMk cId="3578149445" sldId="293"/>
        </pc:sldMkLst>
        <pc:spChg chg="mod">
          <ac:chgData name="Joseph Anyanwu" userId="a9f4a03584880caa" providerId="LiveId" clId="{036C511A-FE14-4633-96F2-CD75C3A8418F}" dt="2026-03-13T04:42:33.645" v="2397" actId="2711"/>
          <ac:spMkLst>
            <pc:docMk/>
            <pc:sldMk cId="3578149445" sldId="293"/>
            <ac:spMk id="2" creationId="{8998ACA7-2610-DF14-A226-431FDB1D022F}"/>
          </ac:spMkLst>
        </pc:spChg>
        <pc:spChg chg="mod">
          <ac:chgData name="Joseph Anyanwu" userId="a9f4a03584880caa" providerId="LiveId" clId="{036C511A-FE14-4633-96F2-CD75C3A8418F}" dt="2026-03-13T04:42:11.386" v="2396" actId="208"/>
          <ac:spMkLst>
            <pc:docMk/>
            <pc:sldMk cId="3578149445" sldId="293"/>
            <ac:spMk id="8" creationId="{A052D5CF-5B0B-F2C7-C679-63AE8E38E2AA}"/>
          </ac:spMkLst>
        </pc:spChg>
      </pc:sldChg>
      <pc:sldChg chg="add del">
        <pc:chgData name="Joseph Anyanwu" userId="a9f4a03584880caa" providerId="LiveId" clId="{036C511A-FE14-4633-96F2-CD75C3A8418F}" dt="2026-03-13T04:24:12.438" v="2286" actId="2696"/>
        <pc:sldMkLst>
          <pc:docMk/>
          <pc:sldMk cId="3606548141" sldId="294"/>
        </pc:sldMkLst>
      </pc:sldChg>
      <pc:sldChg chg="modSp add mod">
        <pc:chgData name="Joseph Anyanwu" userId="a9f4a03584880caa" providerId="LiveId" clId="{036C511A-FE14-4633-96F2-CD75C3A8418F}" dt="2026-03-13T04:20:38.709" v="2270" actId="255"/>
        <pc:sldMkLst>
          <pc:docMk/>
          <pc:sldMk cId="3300626451" sldId="295"/>
        </pc:sldMkLst>
        <pc:graphicFrameChg chg="mod modGraphic">
          <ac:chgData name="Joseph Anyanwu" userId="a9f4a03584880caa" providerId="LiveId" clId="{036C511A-FE14-4633-96F2-CD75C3A8418F}" dt="2026-03-13T04:20:38.709" v="2270" actId="255"/>
          <ac:graphicFrameMkLst>
            <pc:docMk/>
            <pc:sldMk cId="3300626451" sldId="295"/>
            <ac:graphicFrameMk id="32" creationId="{86F7DD4E-3BCA-25BD-30EC-A2FA500D6D5C}"/>
          </ac:graphicFrameMkLst>
        </pc:graphicFrameChg>
      </pc:sldChg>
      <pc:sldChg chg="addSp delSp modSp add mod">
        <pc:chgData name="Joseph Anyanwu" userId="a9f4a03584880caa" providerId="LiveId" clId="{036C511A-FE14-4633-96F2-CD75C3A8418F}" dt="2026-03-13T05:00:02.859" v="2576" actId="207"/>
        <pc:sldMkLst>
          <pc:docMk/>
          <pc:sldMk cId="1653399569" sldId="296"/>
        </pc:sldMkLst>
        <pc:spChg chg="del">
          <ac:chgData name="Joseph Anyanwu" userId="a9f4a03584880caa" providerId="LiveId" clId="{036C511A-FE14-4633-96F2-CD75C3A8418F}" dt="2026-03-13T04:53:53.283" v="2550" actId="478"/>
          <ac:spMkLst>
            <pc:docMk/>
            <pc:sldMk cId="1653399569" sldId="296"/>
            <ac:spMk id="5" creationId="{45A31AB3-24FE-AF0F-E4D8-7C1F0E11DE37}"/>
          </ac:spMkLst>
        </pc:spChg>
        <pc:spChg chg="mod">
          <ac:chgData name="Joseph Anyanwu" userId="a9f4a03584880caa" providerId="LiveId" clId="{036C511A-FE14-4633-96F2-CD75C3A8418F}" dt="2026-03-13T05:00:02.859" v="2576" actId="207"/>
          <ac:spMkLst>
            <pc:docMk/>
            <pc:sldMk cId="1653399569" sldId="296"/>
            <ac:spMk id="8" creationId="{9E0E1A59-406D-DA5E-0A80-DE68783B2973}"/>
          </ac:spMkLst>
        </pc:spChg>
        <pc:picChg chg="add mod">
          <ac:chgData name="Joseph Anyanwu" userId="a9f4a03584880caa" providerId="LiveId" clId="{036C511A-FE14-4633-96F2-CD75C3A8418F}" dt="2026-03-13T04:57:41.263" v="2570" actId="14100"/>
          <ac:picMkLst>
            <pc:docMk/>
            <pc:sldMk cId="1653399569" sldId="296"/>
            <ac:picMk id="7" creationId="{87F00392-1F0D-77C7-CFC9-C99CE8FBBB8C}"/>
          </ac:picMkLst>
        </pc:picChg>
        <pc:picChg chg="del">
          <ac:chgData name="Joseph Anyanwu" userId="a9f4a03584880caa" providerId="LiveId" clId="{036C511A-FE14-4633-96F2-CD75C3A8418F}" dt="2026-03-13T04:51:05.336" v="2473" actId="478"/>
          <ac:picMkLst>
            <pc:docMk/>
            <pc:sldMk cId="1653399569" sldId="296"/>
            <ac:picMk id="9" creationId="{41E83E01-708A-2AE9-9390-BEF967947AF0}"/>
          </ac:picMkLst>
        </pc:picChg>
      </pc:sldChg>
      <pc:sldChg chg="add">
        <pc:chgData name="Joseph Anyanwu" userId="a9f4a03584880caa" providerId="LiveId" clId="{036C511A-FE14-4633-96F2-CD75C3A8418F}" dt="2026-03-13T04:56:45.803" v="2565" actId="2890"/>
        <pc:sldMkLst>
          <pc:docMk/>
          <pc:sldMk cId="1430739679" sldId="2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9C1D39-CFD0-40ED-AD78-FB9F679141D8}"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135EE200-10B0-41CD-A375-ACCDEEEC6ECE}">
      <dgm:prSet/>
      <dgm:spPr/>
      <dgm:t>
        <a:bodyPr/>
        <a:lstStyle/>
        <a:p>
          <a:endParaRPr lang="en-US" dirty="0"/>
        </a:p>
      </dgm:t>
    </dgm:pt>
    <dgm:pt modelId="{02953912-F367-459E-AB7B-89AB7D040755}" type="parTrans" cxnId="{1309C1A5-F80B-4161-976F-6612F5D62F38}">
      <dgm:prSet/>
      <dgm:spPr/>
      <dgm:t>
        <a:bodyPr/>
        <a:lstStyle/>
        <a:p>
          <a:endParaRPr lang="en-US"/>
        </a:p>
      </dgm:t>
    </dgm:pt>
    <dgm:pt modelId="{3AE842B3-BDBC-4034-BC0D-CB3FC49DC606}" type="sibTrans" cxnId="{1309C1A5-F80B-4161-976F-6612F5D62F38}">
      <dgm:prSet/>
      <dgm:spPr/>
      <dgm:t>
        <a:bodyPr/>
        <a:lstStyle/>
        <a:p>
          <a:endParaRPr lang="en-US"/>
        </a:p>
      </dgm:t>
    </dgm:pt>
    <dgm:pt modelId="{53D4D52C-B5E5-4EA0-A331-ABABE8231EF6}">
      <dgm:prSet/>
      <dgm:spPr/>
      <dgm:t>
        <a:bodyPr/>
        <a:lstStyle/>
        <a:p>
          <a:r>
            <a:rPr lang="en-US"/>
            <a:t>Business Problem Overview and Solution Approach </a:t>
          </a:r>
        </a:p>
      </dgm:t>
    </dgm:pt>
    <dgm:pt modelId="{6B16F732-AC08-471C-942B-44D6F6EB0F3B}" type="parTrans" cxnId="{0F1CBA25-26E8-4231-9096-5A791CE5CF7F}">
      <dgm:prSet/>
      <dgm:spPr/>
      <dgm:t>
        <a:bodyPr/>
        <a:lstStyle/>
        <a:p>
          <a:endParaRPr lang="en-US"/>
        </a:p>
      </dgm:t>
    </dgm:pt>
    <dgm:pt modelId="{98AE7EFA-DD6C-4E24-B85B-2C3286BA8B04}" type="sibTrans" cxnId="{0F1CBA25-26E8-4231-9096-5A791CE5CF7F}">
      <dgm:prSet/>
      <dgm:spPr/>
      <dgm:t>
        <a:bodyPr/>
        <a:lstStyle/>
        <a:p>
          <a:endParaRPr lang="en-US"/>
        </a:p>
      </dgm:t>
    </dgm:pt>
    <dgm:pt modelId="{EA7C2AFA-5520-49DA-8997-CC97FF42790E}">
      <dgm:prSet/>
      <dgm:spPr/>
      <dgm:t>
        <a:bodyPr/>
        <a:lstStyle/>
        <a:p>
          <a:r>
            <a:rPr lang="en-US"/>
            <a:t>EDA Results </a:t>
          </a:r>
        </a:p>
      </dgm:t>
    </dgm:pt>
    <dgm:pt modelId="{1150CFFE-F998-486A-BAE3-AECC0AF24290}" type="parTrans" cxnId="{19A42E72-51B7-423C-9CF0-322BA488C2D7}">
      <dgm:prSet/>
      <dgm:spPr/>
      <dgm:t>
        <a:bodyPr/>
        <a:lstStyle/>
        <a:p>
          <a:endParaRPr lang="en-US"/>
        </a:p>
      </dgm:t>
    </dgm:pt>
    <dgm:pt modelId="{4A9537C1-C480-45F5-B3A3-700424A26954}" type="sibTrans" cxnId="{19A42E72-51B7-423C-9CF0-322BA488C2D7}">
      <dgm:prSet/>
      <dgm:spPr/>
      <dgm:t>
        <a:bodyPr/>
        <a:lstStyle/>
        <a:p>
          <a:endParaRPr lang="en-US"/>
        </a:p>
      </dgm:t>
    </dgm:pt>
    <dgm:pt modelId="{6BC28830-C6DB-4507-A590-008C7F5BB10A}">
      <dgm:prSet/>
      <dgm:spPr/>
      <dgm:t>
        <a:bodyPr/>
        <a:lstStyle/>
        <a:p>
          <a:r>
            <a:rPr lang="en-US"/>
            <a:t>Data Preprocessing</a:t>
          </a:r>
        </a:p>
      </dgm:t>
    </dgm:pt>
    <dgm:pt modelId="{33B555D3-7E66-47E4-8C6B-64FBA9C9CCF0}" type="parTrans" cxnId="{DBD0178B-836A-422E-98C9-C9C59BED4DB0}">
      <dgm:prSet/>
      <dgm:spPr/>
      <dgm:t>
        <a:bodyPr/>
        <a:lstStyle/>
        <a:p>
          <a:endParaRPr lang="en-US"/>
        </a:p>
      </dgm:t>
    </dgm:pt>
    <dgm:pt modelId="{4E2C79E3-1252-42EE-ABCF-E33C9C092B40}" type="sibTrans" cxnId="{DBD0178B-836A-422E-98C9-C9C59BED4DB0}">
      <dgm:prSet/>
      <dgm:spPr/>
      <dgm:t>
        <a:bodyPr/>
        <a:lstStyle/>
        <a:p>
          <a:endParaRPr lang="en-US"/>
        </a:p>
      </dgm:t>
    </dgm:pt>
    <dgm:pt modelId="{837665C8-4F53-4042-8D6B-C478E64C56D6}">
      <dgm:prSet/>
      <dgm:spPr/>
      <dgm:t>
        <a:bodyPr/>
        <a:lstStyle/>
        <a:p>
          <a:r>
            <a:rPr lang="en-US"/>
            <a:t>Model Building and Hyperparameter Tuning</a:t>
          </a:r>
        </a:p>
      </dgm:t>
    </dgm:pt>
    <dgm:pt modelId="{EEBAD94F-6D85-410F-8288-0B1CA8C68FC9}" type="parTrans" cxnId="{347F15E5-B9E7-433B-BAEC-7812C262E11B}">
      <dgm:prSet/>
      <dgm:spPr/>
      <dgm:t>
        <a:bodyPr/>
        <a:lstStyle/>
        <a:p>
          <a:endParaRPr lang="en-US"/>
        </a:p>
      </dgm:t>
    </dgm:pt>
    <dgm:pt modelId="{425DE3C6-1955-4B68-A634-46570FDD6A2D}" type="sibTrans" cxnId="{347F15E5-B9E7-433B-BAEC-7812C262E11B}">
      <dgm:prSet/>
      <dgm:spPr/>
      <dgm:t>
        <a:bodyPr/>
        <a:lstStyle/>
        <a:p>
          <a:endParaRPr lang="en-US"/>
        </a:p>
      </dgm:t>
    </dgm:pt>
    <dgm:pt modelId="{6852F769-7EB0-4263-BF0D-1EDC05A52247}">
      <dgm:prSet/>
      <dgm:spPr/>
      <dgm:t>
        <a:bodyPr/>
        <a:lstStyle/>
        <a:p>
          <a:r>
            <a:rPr lang="en-US"/>
            <a:t>Model Performance Comparison and Final Model Selection</a:t>
          </a:r>
        </a:p>
      </dgm:t>
    </dgm:pt>
    <dgm:pt modelId="{BAB5AC07-3570-4F23-8094-3683E2F6D715}" type="parTrans" cxnId="{D040B9EF-FEB3-4EA2-9FFD-939191CDF3B4}">
      <dgm:prSet/>
      <dgm:spPr/>
      <dgm:t>
        <a:bodyPr/>
        <a:lstStyle/>
        <a:p>
          <a:endParaRPr lang="en-US"/>
        </a:p>
      </dgm:t>
    </dgm:pt>
    <dgm:pt modelId="{53120EFF-47DD-4231-937F-6ABDBD8BE0F3}" type="sibTrans" cxnId="{D040B9EF-FEB3-4EA2-9FFD-939191CDF3B4}">
      <dgm:prSet/>
      <dgm:spPr/>
      <dgm:t>
        <a:bodyPr/>
        <a:lstStyle/>
        <a:p>
          <a:endParaRPr lang="en-US"/>
        </a:p>
      </dgm:t>
    </dgm:pt>
    <dgm:pt modelId="{63537F37-6770-4E51-A907-6762088DA234}">
      <dgm:prSet/>
      <dgm:spPr/>
      <dgm:t>
        <a:bodyPr/>
        <a:lstStyle/>
        <a:p>
          <a:r>
            <a:rPr lang="en-US"/>
            <a:t>Important Feature based on Final Model</a:t>
          </a:r>
        </a:p>
      </dgm:t>
    </dgm:pt>
    <dgm:pt modelId="{268DBD1B-335F-4921-819D-C746DBC9AB7C}" type="parTrans" cxnId="{2A3223D5-A177-4B76-A1CF-0D052C7D5EA7}">
      <dgm:prSet/>
      <dgm:spPr/>
      <dgm:t>
        <a:bodyPr/>
        <a:lstStyle/>
        <a:p>
          <a:endParaRPr lang="en-US"/>
        </a:p>
      </dgm:t>
    </dgm:pt>
    <dgm:pt modelId="{9E03C1E3-C52F-44C8-87C3-3F95245BA4AB}" type="sibTrans" cxnId="{2A3223D5-A177-4B76-A1CF-0D052C7D5EA7}">
      <dgm:prSet/>
      <dgm:spPr/>
      <dgm:t>
        <a:bodyPr/>
        <a:lstStyle/>
        <a:p>
          <a:endParaRPr lang="en-US"/>
        </a:p>
      </dgm:t>
    </dgm:pt>
    <dgm:pt modelId="{36EB42B0-BAD1-4175-8A95-F84995F05CCA}">
      <dgm:prSet/>
      <dgm:spPr/>
      <dgm:t>
        <a:bodyPr/>
        <a:lstStyle/>
        <a:p>
          <a:r>
            <a:rPr lang="en-US" dirty="0"/>
            <a:t>Executive Summary </a:t>
          </a:r>
        </a:p>
      </dgm:t>
    </dgm:pt>
    <dgm:pt modelId="{365CF342-4FA2-4F9E-AD55-1825F525EFCC}" type="parTrans" cxnId="{B860BFD0-F143-466B-A5A2-177D73CBB259}">
      <dgm:prSet/>
      <dgm:spPr/>
      <dgm:t>
        <a:bodyPr/>
        <a:lstStyle/>
        <a:p>
          <a:endParaRPr lang="en-US"/>
        </a:p>
      </dgm:t>
    </dgm:pt>
    <dgm:pt modelId="{6F517DC2-0FB1-4BFB-87B7-6AFC009B45BA}" type="sibTrans" cxnId="{B860BFD0-F143-466B-A5A2-177D73CBB259}">
      <dgm:prSet/>
      <dgm:spPr/>
      <dgm:t>
        <a:bodyPr/>
        <a:lstStyle/>
        <a:p>
          <a:endParaRPr lang="en-US"/>
        </a:p>
      </dgm:t>
    </dgm:pt>
    <dgm:pt modelId="{23E0932E-1595-45FD-9EF8-D7EE0384737D}" type="pres">
      <dgm:prSet presAssocID="{B79C1D39-CFD0-40ED-AD78-FB9F679141D8}" presName="Name0" presStyleCnt="0">
        <dgm:presLayoutVars>
          <dgm:dir/>
          <dgm:resizeHandles val="exact"/>
        </dgm:presLayoutVars>
      </dgm:prSet>
      <dgm:spPr/>
    </dgm:pt>
    <dgm:pt modelId="{CD7BD93C-8D69-4418-A8F9-577CCBFA3A3E}" type="pres">
      <dgm:prSet presAssocID="{B79C1D39-CFD0-40ED-AD78-FB9F679141D8}" presName="cycle" presStyleCnt="0"/>
      <dgm:spPr/>
    </dgm:pt>
    <dgm:pt modelId="{9201C7C2-A099-4ABC-A4A3-037700A828A5}" type="pres">
      <dgm:prSet presAssocID="{135EE200-10B0-41CD-A375-ACCDEEEC6ECE}" presName="nodeFirstNode" presStyleLbl="node1" presStyleIdx="0" presStyleCnt="1" custRadScaleRad="112848" custRadScaleInc="-171">
        <dgm:presLayoutVars>
          <dgm:bulletEnabled val="1"/>
        </dgm:presLayoutVars>
      </dgm:prSet>
      <dgm:spPr/>
    </dgm:pt>
  </dgm:ptLst>
  <dgm:cxnLst>
    <dgm:cxn modelId="{52CB1118-A1D1-431C-96DD-2E2D10ADC39D}" type="presOf" srcId="{6852F769-7EB0-4263-BF0D-1EDC05A52247}" destId="{9201C7C2-A099-4ABC-A4A3-037700A828A5}" srcOrd="0" destOrd="6" presId="urn:microsoft.com/office/officeart/2005/8/layout/cycle3"/>
    <dgm:cxn modelId="{0F1CBA25-26E8-4231-9096-5A791CE5CF7F}" srcId="{135EE200-10B0-41CD-A375-ACCDEEEC6ECE}" destId="{53D4D52C-B5E5-4EA0-A331-ABABE8231EF6}" srcOrd="1" destOrd="0" parTransId="{6B16F732-AC08-471C-942B-44D6F6EB0F3B}" sibTransId="{98AE7EFA-DD6C-4E24-B85B-2C3286BA8B04}"/>
    <dgm:cxn modelId="{1B83A43F-E84E-4563-B4B5-A9A4447570CD}" type="presOf" srcId="{36EB42B0-BAD1-4175-8A95-F84995F05CCA}" destId="{9201C7C2-A099-4ABC-A4A3-037700A828A5}" srcOrd="0" destOrd="1" presId="urn:microsoft.com/office/officeart/2005/8/layout/cycle3"/>
    <dgm:cxn modelId="{3EEC0B60-EF61-49A0-9AA8-326C99C0B0E7}" type="presOf" srcId="{63537F37-6770-4E51-A907-6762088DA234}" destId="{9201C7C2-A099-4ABC-A4A3-037700A828A5}" srcOrd="0" destOrd="7" presId="urn:microsoft.com/office/officeart/2005/8/layout/cycle3"/>
    <dgm:cxn modelId="{511B1050-4CA2-4B25-8AF2-63E781315ABE}" type="presOf" srcId="{135EE200-10B0-41CD-A375-ACCDEEEC6ECE}" destId="{9201C7C2-A099-4ABC-A4A3-037700A828A5}" srcOrd="0" destOrd="0" presId="urn:microsoft.com/office/officeart/2005/8/layout/cycle3"/>
    <dgm:cxn modelId="{19A42E72-51B7-423C-9CF0-322BA488C2D7}" srcId="{135EE200-10B0-41CD-A375-ACCDEEEC6ECE}" destId="{EA7C2AFA-5520-49DA-8997-CC97FF42790E}" srcOrd="2" destOrd="0" parTransId="{1150CFFE-F998-486A-BAE3-AECC0AF24290}" sibTransId="{4A9537C1-C480-45F5-B3A3-700424A26954}"/>
    <dgm:cxn modelId="{E3B6E859-D1D7-4C9C-82FC-A40860080890}" type="presOf" srcId="{B79C1D39-CFD0-40ED-AD78-FB9F679141D8}" destId="{23E0932E-1595-45FD-9EF8-D7EE0384737D}" srcOrd="0" destOrd="0" presId="urn:microsoft.com/office/officeart/2005/8/layout/cycle3"/>
    <dgm:cxn modelId="{DBD0178B-836A-422E-98C9-C9C59BED4DB0}" srcId="{135EE200-10B0-41CD-A375-ACCDEEEC6ECE}" destId="{6BC28830-C6DB-4507-A590-008C7F5BB10A}" srcOrd="3" destOrd="0" parTransId="{33B555D3-7E66-47E4-8C6B-64FBA9C9CCF0}" sibTransId="{4E2C79E3-1252-42EE-ABCF-E33C9C092B40}"/>
    <dgm:cxn modelId="{1309C1A5-F80B-4161-976F-6612F5D62F38}" srcId="{B79C1D39-CFD0-40ED-AD78-FB9F679141D8}" destId="{135EE200-10B0-41CD-A375-ACCDEEEC6ECE}" srcOrd="0" destOrd="0" parTransId="{02953912-F367-459E-AB7B-89AB7D040755}" sibTransId="{3AE842B3-BDBC-4034-BC0D-CB3FC49DC606}"/>
    <dgm:cxn modelId="{3786D5AC-E5CE-4399-B7E8-A278211A6701}" type="presOf" srcId="{EA7C2AFA-5520-49DA-8997-CC97FF42790E}" destId="{9201C7C2-A099-4ABC-A4A3-037700A828A5}" srcOrd="0" destOrd="3" presId="urn:microsoft.com/office/officeart/2005/8/layout/cycle3"/>
    <dgm:cxn modelId="{B860BFD0-F143-466B-A5A2-177D73CBB259}" srcId="{135EE200-10B0-41CD-A375-ACCDEEEC6ECE}" destId="{36EB42B0-BAD1-4175-8A95-F84995F05CCA}" srcOrd="0" destOrd="0" parTransId="{365CF342-4FA2-4F9E-AD55-1825F525EFCC}" sibTransId="{6F517DC2-0FB1-4BFB-87B7-6AFC009B45BA}"/>
    <dgm:cxn modelId="{2A3223D5-A177-4B76-A1CF-0D052C7D5EA7}" srcId="{135EE200-10B0-41CD-A375-ACCDEEEC6ECE}" destId="{63537F37-6770-4E51-A907-6762088DA234}" srcOrd="6" destOrd="0" parTransId="{268DBD1B-335F-4921-819D-C746DBC9AB7C}" sibTransId="{9E03C1E3-C52F-44C8-87C3-3F95245BA4AB}"/>
    <dgm:cxn modelId="{8A9886E3-39A5-47A0-8094-CAECBA2FDD0A}" type="presOf" srcId="{53D4D52C-B5E5-4EA0-A331-ABABE8231EF6}" destId="{9201C7C2-A099-4ABC-A4A3-037700A828A5}" srcOrd="0" destOrd="2" presId="urn:microsoft.com/office/officeart/2005/8/layout/cycle3"/>
    <dgm:cxn modelId="{347F15E5-B9E7-433B-BAEC-7812C262E11B}" srcId="{135EE200-10B0-41CD-A375-ACCDEEEC6ECE}" destId="{837665C8-4F53-4042-8D6B-C478E64C56D6}" srcOrd="4" destOrd="0" parTransId="{EEBAD94F-6D85-410F-8288-0B1CA8C68FC9}" sibTransId="{425DE3C6-1955-4B68-A634-46570FDD6A2D}"/>
    <dgm:cxn modelId="{928F02EF-69EA-4EC3-85B6-3B4FA10405BF}" type="presOf" srcId="{6BC28830-C6DB-4507-A590-008C7F5BB10A}" destId="{9201C7C2-A099-4ABC-A4A3-037700A828A5}" srcOrd="0" destOrd="4" presId="urn:microsoft.com/office/officeart/2005/8/layout/cycle3"/>
    <dgm:cxn modelId="{ED4303EF-F9B2-437D-8494-AE087D00A3A4}" type="presOf" srcId="{837665C8-4F53-4042-8D6B-C478E64C56D6}" destId="{9201C7C2-A099-4ABC-A4A3-037700A828A5}" srcOrd="0" destOrd="5" presId="urn:microsoft.com/office/officeart/2005/8/layout/cycle3"/>
    <dgm:cxn modelId="{D040B9EF-FEB3-4EA2-9FFD-939191CDF3B4}" srcId="{135EE200-10B0-41CD-A375-ACCDEEEC6ECE}" destId="{6852F769-7EB0-4263-BF0D-1EDC05A52247}" srcOrd="5" destOrd="0" parTransId="{BAB5AC07-3570-4F23-8094-3683E2F6D715}" sibTransId="{53120EFF-47DD-4231-937F-6ABDBD8BE0F3}"/>
    <dgm:cxn modelId="{7AC3458E-E8B7-4740-8F68-24691793CF50}" type="presParOf" srcId="{23E0932E-1595-45FD-9EF8-D7EE0384737D}" destId="{CD7BD93C-8D69-4418-A8F9-577CCBFA3A3E}" srcOrd="0" destOrd="0" presId="urn:microsoft.com/office/officeart/2005/8/layout/cycle3"/>
    <dgm:cxn modelId="{2C3636D1-2A7A-4287-8442-2877DA80028C}" type="presParOf" srcId="{CD7BD93C-8D69-4418-A8F9-577CCBFA3A3E}" destId="{9201C7C2-A099-4ABC-A4A3-037700A828A5}" srcOrd="0" destOrd="0" presId="urn:microsoft.com/office/officeart/2005/8/layout/cycle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20D8CE-4F99-4F14-AFE5-A42A1159260E}"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935B6B39-C1F0-4792-8EA0-5CF57F087429}">
      <dgm:prSet custT="1"/>
      <dgm:spPr/>
      <dgm:t>
        <a:bodyPr/>
        <a:lstStyle/>
        <a:p>
          <a:r>
            <a:rPr lang="en-US" sz="1800"/>
            <a:t>The profile of the applicants for whom the visa status can be approved:</a:t>
          </a:r>
        </a:p>
      </dgm:t>
    </dgm:pt>
    <dgm:pt modelId="{8BE175C0-3D27-42B8-933F-AB8EC51BFA66}" type="parTrans" cxnId="{C629620B-7F3F-4AF2-A266-CEA21E8B7F89}">
      <dgm:prSet/>
      <dgm:spPr/>
      <dgm:t>
        <a:bodyPr/>
        <a:lstStyle/>
        <a:p>
          <a:endParaRPr lang="en-US"/>
        </a:p>
      </dgm:t>
    </dgm:pt>
    <dgm:pt modelId="{961F7FEB-C661-476E-AB01-EC9590A61411}" type="sibTrans" cxnId="{C629620B-7F3F-4AF2-A266-CEA21E8B7F89}">
      <dgm:prSet/>
      <dgm:spPr/>
      <dgm:t>
        <a:bodyPr/>
        <a:lstStyle/>
        <a:p>
          <a:endParaRPr lang="en-US"/>
        </a:p>
      </dgm:t>
    </dgm:pt>
    <dgm:pt modelId="{3AAD4209-0386-44B0-8135-56E113EBD550}">
      <dgm:prSet custT="1"/>
      <dgm:spPr/>
      <dgm:t>
        <a:bodyPr/>
        <a:lstStyle/>
        <a:p>
          <a:r>
            <a:rPr lang="en-US" sz="1400" b="1"/>
            <a:t>Primary information to look at</a:t>
          </a:r>
          <a:r>
            <a:rPr lang="en-US" sz="1400"/>
            <a:t>:</a:t>
          </a:r>
        </a:p>
      </dgm:t>
    </dgm:pt>
    <dgm:pt modelId="{97C48DBB-4518-4A10-83C9-A7CA9FA6785D}" type="parTrans" cxnId="{9255A360-9AE7-4346-8A15-B0CAA820D6B8}">
      <dgm:prSet/>
      <dgm:spPr/>
      <dgm:t>
        <a:bodyPr/>
        <a:lstStyle/>
        <a:p>
          <a:endParaRPr lang="en-US"/>
        </a:p>
      </dgm:t>
    </dgm:pt>
    <dgm:pt modelId="{9AE0CA52-C461-460C-B0FF-9E71EAE26821}" type="sibTrans" cxnId="{9255A360-9AE7-4346-8A15-B0CAA820D6B8}">
      <dgm:prSet/>
      <dgm:spPr/>
      <dgm:t>
        <a:bodyPr/>
        <a:lstStyle/>
        <a:p>
          <a:endParaRPr lang="en-US"/>
        </a:p>
      </dgm:t>
    </dgm:pt>
    <dgm:pt modelId="{EE0537BD-A3D9-411B-AE8B-2E0AAC3EDC81}">
      <dgm:prSet custT="1"/>
      <dgm:spPr/>
      <dgm:t>
        <a:bodyPr/>
        <a:lstStyle/>
        <a:p>
          <a:r>
            <a:rPr lang="en-US" sz="1400" dirty="0"/>
            <a:t>Education level - At least has a Bachelor's degree - Master's and doctorate are preferred.</a:t>
          </a:r>
        </a:p>
      </dgm:t>
    </dgm:pt>
    <dgm:pt modelId="{C91BC882-75AE-4200-8C0A-0674051F9BCE}" type="parTrans" cxnId="{F009906B-26E1-4A2B-8369-A7A7AE53B7D2}">
      <dgm:prSet/>
      <dgm:spPr/>
      <dgm:t>
        <a:bodyPr/>
        <a:lstStyle/>
        <a:p>
          <a:endParaRPr lang="en-US"/>
        </a:p>
      </dgm:t>
    </dgm:pt>
    <dgm:pt modelId="{7829EF40-562F-4F92-AFEF-8E4EDB282D43}" type="sibTrans" cxnId="{F009906B-26E1-4A2B-8369-A7A7AE53B7D2}">
      <dgm:prSet/>
      <dgm:spPr/>
      <dgm:t>
        <a:bodyPr/>
        <a:lstStyle/>
        <a:p>
          <a:endParaRPr lang="en-US"/>
        </a:p>
      </dgm:t>
    </dgm:pt>
    <dgm:pt modelId="{F458AD6D-F1C2-463A-9DE8-782FD25A4753}">
      <dgm:prSet custT="1"/>
      <dgm:spPr/>
      <dgm:t>
        <a:bodyPr/>
        <a:lstStyle/>
        <a:p>
          <a:r>
            <a:rPr lang="en-US" sz="1400"/>
            <a:t>Job Experience - Should have some job experience.</a:t>
          </a:r>
        </a:p>
      </dgm:t>
    </dgm:pt>
    <dgm:pt modelId="{8FB3A298-5632-4854-9509-AEEC32119392}" type="parTrans" cxnId="{12BBF9EF-6461-495E-99C1-774388908A1E}">
      <dgm:prSet/>
      <dgm:spPr/>
      <dgm:t>
        <a:bodyPr/>
        <a:lstStyle/>
        <a:p>
          <a:endParaRPr lang="en-US"/>
        </a:p>
      </dgm:t>
    </dgm:pt>
    <dgm:pt modelId="{D7EE28EE-9306-4CEB-AF78-A1C64B1D8C73}" type="sibTrans" cxnId="{12BBF9EF-6461-495E-99C1-774388908A1E}">
      <dgm:prSet/>
      <dgm:spPr/>
      <dgm:t>
        <a:bodyPr/>
        <a:lstStyle/>
        <a:p>
          <a:endParaRPr lang="en-US"/>
        </a:p>
      </dgm:t>
    </dgm:pt>
    <dgm:pt modelId="{FDC82EB1-A8C6-46E9-BD52-D9212D7ABCE6}">
      <dgm:prSet custT="1"/>
      <dgm:spPr/>
      <dgm:t>
        <a:bodyPr/>
        <a:lstStyle/>
        <a:p>
          <a:r>
            <a:rPr lang="en-US" sz="1400"/>
            <a:t>Prevailing wage - The median prevailing wage of the employees for whom the visa got certified is around 72k.</a:t>
          </a:r>
        </a:p>
      </dgm:t>
    </dgm:pt>
    <dgm:pt modelId="{2EECF5A0-4F84-4421-99EC-FD5DF204127F}" type="parTrans" cxnId="{4ADE295F-AC98-4691-8A54-EB5CF44CC1B1}">
      <dgm:prSet/>
      <dgm:spPr/>
      <dgm:t>
        <a:bodyPr/>
        <a:lstStyle/>
        <a:p>
          <a:endParaRPr lang="en-US"/>
        </a:p>
      </dgm:t>
    </dgm:pt>
    <dgm:pt modelId="{406832A0-C9F5-44A9-AE95-AE3D8EB8FF59}" type="sibTrans" cxnId="{4ADE295F-AC98-4691-8A54-EB5CF44CC1B1}">
      <dgm:prSet/>
      <dgm:spPr/>
      <dgm:t>
        <a:bodyPr/>
        <a:lstStyle/>
        <a:p>
          <a:endParaRPr lang="en-US"/>
        </a:p>
      </dgm:t>
    </dgm:pt>
    <dgm:pt modelId="{085D67D8-AA44-41E9-BA97-B6A688250A1A}">
      <dgm:prSet custT="1"/>
      <dgm:spPr/>
      <dgm:t>
        <a:bodyPr/>
        <a:lstStyle/>
        <a:p>
          <a:r>
            <a:rPr lang="en-US" sz="1400" b="1"/>
            <a:t>Secondary information to look at:</a:t>
          </a:r>
          <a:endParaRPr lang="en-US" sz="1400"/>
        </a:p>
      </dgm:t>
    </dgm:pt>
    <dgm:pt modelId="{40937078-CA32-45F2-B9D2-44CAD86EE227}" type="parTrans" cxnId="{41C3FFAA-E518-4A7F-8A79-92EEA0BCF25D}">
      <dgm:prSet/>
      <dgm:spPr/>
      <dgm:t>
        <a:bodyPr/>
        <a:lstStyle/>
        <a:p>
          <a:endParaRPr lang="en-US"/>
        </a:p>
      </dgm:t>
    </dgm:pt>
    <dgm:pt modelId="{7CF4884C-9CDD-4069-9774-45AB2B86BD98}" type="sibTrans" cxnId="{41C3FFAA-E518-4A7F-8A79-92EEA0BCF25D}">
      <dgm:prSet/>
      <dgm:spPr/>
      <dgm:t>
        <a:bodyPr/>
        <a:lstStyle/>
        <a:p>
          <a:endParaRPr lang="en-US"/>
        </a:p>
      </dgm:t>
    </dgm:pt>
    <dgm:pt modelId="{C96BA76D-7A25-4D48-AAEA-F7AC0B25EAC4}">
      <dgm:prSet custT="1"/>
      <dgm:spPr/>
      <dgm:t>
        <a:bodyPr/>
        <a:lstStyle/>
        <a:p>
          <a:r>
            <a:rPr lang="en-US" sz="1400"/>
            <a:t>Unit of Wage - Applicants having a yearly unit of wage.</a:t>
          </a:r>
        </a:p>
      </dgm:t>
    </dgm:pt>
    <dgm:pt modelId="{CFC625A3-7C47-4F9B-BAAF-B2EDA3E53E7A}" type="parTrans" cxnId="{42283C7D-A367-476B-B503-DDA844BDCAFE}">
      <dgm:prSet/>
      <dgm:spPr/>
      <dgm:t>
        <a:bodyPr/>
        <a:lstStyle/>
        <a:p>
          <a:endParaRPr lang="en-US"/>
        </a:p>
      </dgm:t>
    </dgm:pt>
    <dgm:pt modelId="{B794406C-B14A-4096-B63A-A66D6F401E84}" type="sibTrans" cxnId="{42283C7D-A367-476B-B503-DDA844BDCAFE}">
      <dgm:prSet/>
      <dgm:spPr/>
      <dgm:t>
        <a:bodyPr/>
        <a:lstStyle/>
        <a:p>
          <a:endParaRPr lang="en-US"/>
        </a:p>
      </dgm:t>
    </dgm:pt>
    <dgm:pt modelId="{91246E33-F915-445C-9E0A-C4E037C6D749}">
      <dgm:prSet custT="1"/>
      <dgm:spPr/>
      <dgm:t>
        <a:bodyPr/>
        <a:lstStyle/>
        <a:p>
          <a:r>
            <a:rPr lang="en-US" sz="1400"/>
            <a:t>Continent - Ideally, the nationality and ethnicity of an applicant shouldn't matter to work in a country, but previously it has been observed that applicants from Europe, Africa, and Asia have higher chances of visa certification.</a:t>
          </a:r>
        </a:p>
      </dgm:t>
    </dgm:pt>
    <dgm:pt modelId="{BADE1865-6DDA-4AAA-B8D7-AA74D459614F}" type="parTrans" cxnId="{53ED121C-310C-43C9-A4F6-2368D22B43C5}">
      <dgm:prSet/>
      <dgm:spPr/>
      <dgm:t>
        <a:bodyPr/>
        <a:lstStyle/>
        <a:p>
          <a:endParaRPr lang="en-US"/>
        </a:p>
      </dgm:t>
    </dgm:pt>
    <dgm:pt modelId="{C3677BC6-8F56-4529-854A-78075ADD0D07}" type="sibTrans" cxnId="{53ED121C-310C-43C9-A4F6-2368D22B43C5}">
      <dgm:prSet/>
      <dgm:spPr/>
      <dgm:t>
        <a:bodyPr/>
        <a:lstStyle/>
        <a:p>
          <a:endParaRPr lang="en-US"/>
        </a:p>
      </dgm:t>
    </dgm:pt>
    <dgm:pt modelId="{290E3D82-857B-4074-A227-1EBA2D790EF7}">
      <dgm:prSet custT="1"/>
      <dgm:spPr/>
      <dgm:t>
        <a:bodyPr/>
        <a:lstStyle/>
        <a:p>
          <a:r>
            <a:rPr lang="en-US" sz="1400"/>
            <a:t>Region of employment – Analysis shows that the Midwest region has more chances of visa approval.</a:t>
          </a:r>
        </a:p>
      </dgm:t>
    </dgm:pt>
    <dgm:pt modelId="{DB2C2D1D-E2DE-458D-82D1-CA3C5B661154}" type="parTrans" cxnId="{88DB04DD-019C-456E-9112-4BCA520AFADF}">
      <dgm:prSet/>
      <dgm:spPr/>
      <dgm:t>
        <a:bodyPr/>
        <a:lstStyle/>
        <a:p>
          <a:endParaRPr lang="en-US"/>
        </a:p>
      </dgm:t>
    </dgm:pt>
    <dgm:pt modelId="{1F32AF04-A565-4164-9DFC-FA5943F6C4C6}" type="sibTrans" cxnId="{88DB04DD-019C-456E-9112-4BCA520AFADF}">
      <dgm:prSet/>
      <dgm:spPr/>
      <dgm:t>
        <a:bodyPr/>
        <a:lstStyle/>
        <a:p>
          <a:endParaRPr lang="en-US"/>
        </a:p>
      </dgm:t>
    </dgm:pt>
    <dgm:pt modelId="{E3B2542E-C156-4682-BB4A-2AE8466E4091}" type="pres">
      <dgm:prSet presAssocID="{2520D8CE-4F99-4F14-AFE5-A42A1159260E}" presName="outerComposite" presStyleCnt="0">
        <dgm:presLayoutVars>
          <dgm:chMax val="5"/>
          <dgm:dir/>
          <dgm:resizeHandles val="exact"/>
        </dgm:presLayoutVars>
      </dgm:prSet>
      <dgm:spPr/>
    </dgm:pt>
    <dgm:pt modelId="{6CBC4698-B90C-4F31-B741-ACC2F2E962F0}" type="pres">
      <dgm:prSet presAssocID="{2520D8CE-4F99-4F14-AFE5-A42A1159260E}" presName="dummyMaxCanvas" presStyleCnt="0">
        <dgm:presLayoutVars/>
      </dgm:prSet>
      <dgm:spPr/>
    </dgm:pt>
    <dgm:pt modelId="{44BFF70A-24C3-4A23-AD4A-0ECECFDB8C7F}" type="pres">
      <dgm:prSet presAssocID="{2520D8CE-4F99-4F14-AFE5-A42A1159260E}" presName="ThreeNodes_1" presStyleLbl="node1" presStyleIdx="0" presStyleCnt="3">
        <dgm:presLayoutVars>
          <dgm:bulletEnabled val="1"/>
        </dgm:presLayoutVars>
      </dgm:prSet>
      <dgm:spPr/>
    </dgm:pt>
    <dgm:pt modelId="{07DA79B1-0BD3-4E12-9ED6-30383B3AA8BA}" type="pres">
      <dgm:prSet presAssocID="{2520D8CE-4F99-4F14-AFE5-A42A1159260E}" presName="ThreeNodes_2" presStyleLbl="node1" presStyleIdx="1" presStyleCnt="3">
        <dgm:presLayoutVars>
          <dgm:bulletEnabled val="1"/>
        </dgm:presLayoutVars>
      </dgm:prSet>
      <dgm:spPr/>
    </dgm:pt>
    <dgm:pt modelId="{6BA1DD8A-DD79-4712-B32F-1012C74A0D65}" type="pres">
      <dgm:prSet presAssocID="{2520D8CE-4F99-4F14-AFE5-A42A1159260E}" presName="ThreeNodes_3" presStyleLbl="node1" presStyleIdx="2" presStyleCnt="3">
        <dgm:presLayoutVars>
          <dgm:bulletEnabled val="1"/>
        </dgm:presLayoutVars>
      </dgm:prSet>
      <dgm:spPr/>
    </dgm:pt>
    <dgm:pt modelId="{8E587962-87E4-49A0-9095-4D2DE4DB7E93}" type="pres">
      <dgm:prSet presAssocID="{2520D8CE-4F99-4F14-AFE5-A42A1159260E}" presName="ThreeConn_1-2" presStyleLbl="fgAccFollowNode1" presStyleIdx="0" presStyleCnt="2">
        <dgm:presLayoutVars>
          <dgm:bulletEnabled val="1"/>
        </dgm:presLayoutVars>
      </dgm:prSet>
      <dgm:spPr/>
    </dgm:pt>
    <dgm:pt modelId="{85CC61EB-9B66-4B21-B19F-CA12805F5C94}" type="pres">
      <dgm:prSet presAssocID="{2520D8CE-4F99-4F14-AFE5-A42A1159260E}" presName="ThreeConn_2-3" presStyleLbl="fgAccFollowNode1" presStyleIdx="1" presStyleCnt="2">
        <dgm:presLayoutVars>
          <dgm:bulletEnabled val="1"/>
        </dgm:presLayoutVars>
      </dgm:prSet>
      <dgm:spPr/>
    </dgm:pt>
    <dgm:pt modelId="{513F25DB-5BE6-42CD-ADEF-6BF0B4554294}" type="pres">
      <dgm:prSet presAssocID="{2520D8CE-4F99-4F14-AFE5-A42A1159260E}" presName="ThreeNodes_1_text" presStyleLbl="node1" presStyleIdx="2" presStyleCnt="3">
        <dgm:presLayoutVars>
          <dgm:bulletEnabled val="1"/>
        </dgm:presLayoutVars>
      </dgm:prSet>
      <dgm:spPr/>
    </dgm:pt>
    <dgm:pt modelId="{6075BC78-681C-4295-A42D-21D6CF2D1B65}" type="pres">
      <dgm:prSet presAssocID="{2520D8CE-4F99-4F14-AFE5-A42A1159260E}" presName="ThreeNodes_2_text" presStyleLbl="node1" presStyleIdx="2" presStyleCnt="3">
        <dgm:presLayoutVars>
          <dgm:bulletEnabled val="1"/>
        </dgm:presLayoutVars>
      </dgm:prSet>
      <dgm:spPr/>
    </dgm:pt>
    <dgm:pt modelId="{106CAD1E-F144-459F-928C-A5FBA7E2B59B}" type="pres">
      <dgm:prSet presAssocID="{2520D8CE-4F99-4F14-AFE5-A42A1159260E}" presName="ThreeNodes_3_text" presStyleLbl="node1" presStyleIdx="2" presStyleCnt="3">
        <dgm:presLayoutVars>
          <dgm:bulletEnabled val="1"/>
        </dgm:presLayoutVars>
      </dgm:prSet>
      <dgm:spPr/>
    </dgm:pt>
  </dgm:ptLst>
  <dgm:cxnLst>
    <dgm:cxn modelId="{8F3EB805-024A-46F8-8DE2-3F2C38DAA53A}" type="presOf" srcId="{FDC82EB1-A8C6-46E9-BD52-D9212D7ABCE6}" destId="{6075BC78-681C-4295-A42D-21D6CF2D1B65}" srcOrd="1" destOrd="3" presId="urn:microsoft.com/office/officeart/2005/8/layout/vProcess5"/>
    <dgm:cxn modelId="{C629620B-7F3F-4AF2-A266-CEA21E8B7F89}" srcId="{2520D8CE-4F99-4F14-AFE5-A42A1159260E}" destId="{935B6B39-C1F0-4792-8EA0-5CF57F087429}" srcOrd="0" destOrd="0" parTransId="{8BE175C0-3D27-42B8-933F-AB8EC51BFA66}" sibTransId="{961F7FEB-C661-476E-AB01-EC9590A61411}"/>
    <dgm:cxn modelId="{53ED121C-310C-43C9-A4F6-2368D22B43C5}" srcId="{085D67D8-AA44-41E9-BA97-B6A688250A1A}" destId="{91246E33-F915-445C-9E0A-C4E037C6D749}" srcOrd="1" destOrd="0" parTransId="{BADE1865-6DDA-4AAA-B8D7-AA74D459614F}" sibTransId="{C3677BC6-8F56-4529-854A-78075ADD0D07}"/>
    <dgm:cxn modelId="{3E545D1D-491A-4265-A789-D73E291D5E98}" type="presOf" srcId="{085D67D8-AA44-41E9-BA97-B6A688250A1A}" destId="{106CAD1E-F144-459F-928C-A5FBA7E2B59B}" srcOrd="1" destOrd="0" presId="urn:microsoft.com/office/officeart/2005/8/layout/vProcess5"/>
    <dgm:cxn modelId="{263CA220-7D7D-4962-9A81-999EBB8B95C8}" type="presOf" srcId="{3AAD4209-0386-44B0-8135-56E113EBD550}" destId="{6075BC78-681C-4295-A42D-21D6CF2D1B65}" srcOrd="1" destOrd="0" presId="urn:microsoft.com/office/officeart/2005/8/layout/vProcess5"/>
    <dgm:cxn modelId="{B2890328-E589-4034-92CC-591072C5B23E}" type="presOf" srcId="{91246E33-F915-445C-9E0A-C4E037C6D749}" destId="{106CAD1E-F144-459F-928C-A5FBA7E2B59B}" srcOrd="1" destOrd="2" presId="urn:microsoft.com/office/officeart/2005/8/layout/vProcess5"/>
    <dgm:cxn modelId="{3042EC5C-ADBE-4504-B71D-BC704456A7F6}" type="presOf" srcId="{935B6B39-C1F0-4792-8EA0-5CF57F087429}" destId="{44BFF70A-24C3-4A23-AD4A-0ECECFDB8C7F}" srcOrd="0" destOrd="0" presId="urn:microsoft.com/office/officeart/2005/8/layout/vProcess5"/>
    <dgm:cxn modelId="{4ADE295F-AC98-4691-8A54-EB5CF44CC1B1}" srcId="{3AAD4209-0386-44B0-8135-56E113EBD550}" destId="{FDC82EB1-A8C6-46E9-BD52-D9212D7ABCE6}" srcOrd="2" destOrd="0" parTransId="{2EECF5A0-4F84-4421-99EC-FD5DF204127F}" sibTransId="{406832A0-C9F5-44A9-AE95-AE3D8EB8FF59}"/>
    <dgm:cxn modelId="{9255A360-9AE7-4346-8A15-B0CAA820D6B8}" srcId="{2520D8CE-4F99-4F14-AFE5-A42A1159260E}" destId="{3AAD4209-0386-44B0-8135-56E113EBD550}" srcOrd="1" destOrd="0" parTransId="{97C48DBB-4518-4A10-83C9-A7CA9FA6785D}" sibTransId="{9AE0CA52-C461-460C-B0FF-9E71EAE26821}"/>
    <dgm:cxn modelId="{600C0E41-FFAE-4A40-A289-9FE3625CA142}" type="presOf" srcId="{F458AD6D-F1C2-463A-9DE8-782FD25A4753}" destId="{07DA79B1-0BD3-4E12-9ED6-30383B3AA8BA}" srcOrd="0" destOrd="2" presId="urn:microsoft.com/office/officeart/2005/8/layout/vProcess5"/>
    <dgm:cxn modelId="{B444E344-CFAF-4E8F-8840-75E23EB8F60D}" type="presOf" srcId="{9AE0CA52-C461-460C-B0FF-9E71EAE26821}" destId="{85CC61EB-9B66-4B21-B19F-CA12805F5C94}" srcOrd="0" destOrd="0" presId="urn:microsoft.com/office/officeart/2005/8/layout/vProcess5"/>
    <dgm:cxn modelId="{F009906B-26E1-4A2B-8369-A7A7AE53B7D2}" srcId="{3AAD4209-0386-44B0-8135-56E113EBD550}" destId="{EE0537BD-A3D9-411B-AE8B-2E0AAC3EDC81}" srcOrd="0" destOrd="0" parTransId="{C91BC882-75AE-4200-8C0A-0674051F9BCE}" sibTransId="{7829EF40-562F-4F92-AFEF-8E4EDB282D43}"/>
    <dgm:cxn modelId="{E411E26B-3504-4D31-808E-FB5C12BAF2C4}" type="presOf" srcId="{935B6B39-C1F0-4792-8EA0-5CF57F087429}" destId="{513F25DB-5BE6-42CD-ADEF-6BF0B4554294}" srcOrd="1" destOrd="0" presId="urn:microsoft.com/office/officeart/2005/8/layout/vProcess5"/>
    <dgm:cxn modelId="{527CDC79-B8D4-45B2-9FEC-7DE61F7DB689}" type="presOf" srcId="{3AAD4209-0386-44B0-8135-56E113EBD550}" destId="{07DA79B1-0BD3-4E12-9ED6-30383B3AA8BA}" srcOrd="0" destOrd="0" presId="urn:microsoft.com/office/officeart/2005/8/layout/vProcess5"/>
    <dgm:cxn modelId="{42283C7D-A367-476B-B503-DDA844BDCAFE}" srcId="{085D67D8-AA44-41E9-BA97-B6A688250A1A}" destId="{C96BA76D-7A25-4D48-AAEA-F7AC0B25EAC4}" srcOrd="0" destOrd="0" parTransId="{CFC625A3-7C47-4F9B-BAAF-B2EDA3E53E7A}" sibTransId="{B794406C-B14A-4096-B63A-A66D6F401E84}"/>
    <dgm:cxn modelId="{F4565A83-0C91-436A-B1A4-AEEABAD23FDC}" type="presOf" srcId="{91246E33-F915-445C-9E0A-C4E037C6D749}" destId="{6BA1DD8A-DD79-4712-B32F-1012C74A0D65}" srcOrd="0" destOrd="2" presId="urn:microsoft.com/office/officeart/2005/8/layout/vProcess5"/>
    <dgm:cxn modelId="{9F420F85-03F0-448F-A4E8-1FDDCA72D2F3}" type="presOf" srcId="{961F7FEB-C661-476E-AB01-EC9590A61411}" destId="{8E587962-87E4-49A0-9095-4D2DE4DB7E93}" srcOrd="0" destOrd="0" presId="urn:microsoft.com/office/officeart/2005/8/layout/vProcess5"/>
    <dgm:cxn modelId="{7D844E85-C869-470F-9509-1A0D0E92EAE8}" type="presOf" srcId="{EE0537BD-A3D9-411B-AE8B-2E0AAC3EDC81}" destId="{6075BC78-681C-4295-A42D-21D6CF2D1B65}" srcOrd="1" destOrd="1" presId="urn:microsoft.com/office/officeart/2005/8/layout/vProcess5"/>
    <dgm:cxn modelId="{6624D390-773D-4112-84FA-0B5F10DE97F8}" type="presOf" srcId="{2520D8CE-4F99-4F14-AFE5-A42A1159260E}" destId="{E3B2542E-C156-4682-BB4A-2AE8466E4091}" srcOrd="0" destOrd="0" presId="urn:microsoft.com/office/officeart/2005/8/layout/vProcess5"/>
    <dgm:cxn modelId="{85B5BF9D-3E1C-489D-B881-EFF54776D722}" type="presOf" srcId="{290E3D82-857B-4074-A227-1EBA2D790EF7}" destId="{6BA1DD8A-DD79-4712-B32F-1012C74A0D65}" srcOrd="0" destOrd="3" presId="urn:microsoft.com/office/officeart/2005/8/layout/vProcess5"/>
    <dgm:cxn modelId="{41C3FFAA-E518-4A7F-8A79-92EEA0BCF25D}" srcId="{2520D8CE-4F99-4F14-AFE5-A42A1159260E}" destId="{085D67D8-AA44-41E9-BA97-B6A688250A1A}" srcOrd="2" destOrd="0" parTransId="{40937078-CA32-45F2-B9D2-44CAD86EE227}" sibTransId="{7CF4884C-9CDD-4069-9774-45AB2B86BD98}"/>
    <dgm:cxn modelId="{4DFDEEBC-99EC-4B30-8373-342AC12330B1}" type="presOf" srcId="{FDC82EB1-A8C6-46E9-BD52-D9212D7ABCE6}" destId="{07DA79B1-0BD3-4E12-9ED6-30383B3AA8BA}" srcOrd="0" destOrd="3" presId="urn:microsoft.com/office/officeart/2005/8/layout/vProcess5"/>
    <dgm:cxn modelId="{222AEDC6-5553-489D-8924-1617BD71FD3E}" type="presOf" srcId="{085D67D8-AA44-41E9-BA97-B6A688250A1A}" destId="{6BA1DD8A-DD79-4712-B32F-1012C74A0D65}" srcOrd="0" destOrd="0" presId="urn:microsoft.com/office/officeart/2005/8/layout/vProcess5"/>
    <dgm:cxn modelId="{835534CA-E75D-44E1-B1CF-90595DA2C3FA}" type="presOf" srcId="{C96BA76D-7A25-4D48-AAEA-F7AC0B25EAC4}" destId="{6BA1DD8A-DD79-4712-B32F-1012C74A0D65}" srcOrd="0" destOrd="1" presId="urn:microsoft.com/office/officeart/2005/8/layout/vProcess5"/>
    <dgm:cxn modelId="{88DB04DD-019C-456E-9112-4BCA520AFADF}" srcId="{085D67D8-AA44-41E9-BA97-B6A688250A1A}" destId="{290E3D82-857B-4074-A227-1EBA2D790EF7}" srcOrd="2" destOrd="0" parTransId="{DB2C2D1D-E2DE-458D-82D1-CA3C5B661154}" sibTransId="{1F32AF04-A565-4164-9DFC-FA5943F6C4C6}"/>
    <dgm:cxn modelId="{B8C14FE1-7733-486E-B5F4-4CB9576A3EF0}" type="presOf" srcId="{290E3D82-857B-4074-A227-1EBA2D790EF7}" destId="{106CAD1E-F144-459F-928C-A5FBA7E2B59B}" srcOrd="1" destOrd="3" presId="urn:microsoft.com/office/officeart/2005/8/layout/vProcess5"/>
    <dgm:cxn modelId="{12BBF9EF-6461-495E-99C1-774388908A1E}" srcId="{3AAD4209-0386-44B0-8135-56E113EBD550}" destId="{F458AD6D-F1C2-463A-9DE8-782FD25A4753}" srcOrd="1" destOrd="0" parTransId="{8FB3A298-5632-4854-9509-AEEC32119392}" sibTransId="{D7EE28EE-9306-4CEB-AF78-A1C64B1D8C73}"/>
    <dgm:cxn modelId="{A268B5F1-3371-43F0-B4D0-CF6228E8FC8D}" type="presOf" srcId="{EE0537BD-A3D9-411B-AE8B-2E0AAC3EDC81}" destId="{07DA79B1-0BD3-4E12-9ED6-30383B3AA8BA}" srcOrd="0" destOrd="1" presId="urn:microsoft.com/office/officeart/2005/8/layout/vProcess5"/>
    <dgm:cxn modelId="{0539B6F1-2810-4F03-BE3A-D36B584EDA86}" type="presOf" srcId="{F458AD6D-F1C2-463A-9DE8-782FD25A4753}" destId="{6075BC78-681C-4295-A42D-21D6CF2D1B65}" srcOrd="1" destOrd="2" presId="urn:microsoft.com/office/officeart/2005/8/layout/vProcess5"/>
    <dgm:cxn modelId="{E70B50F7-802B-4126-951A-2E3B2307D71C}" type="presOf" srcId="{C96BA76D-7A25-4D48-AAEA-F7AC0B25EAC4}" destId="{106CAD1E-F144-459F-928C-A5FBA7E2B59B}" srcOrd="1" destOrd="1" presId="urn:microsoft.com/office/officeart/2005/8/layout/vProcess5"/>
    <dgm:cxn modelId="{A345B3CA-A91C-45B9-8243-F91546F3EFAF}" type="presParOf" srcId="{E3B2542E-C156-4682-BB4A-2AE8466E4091}" destId="{6CBC4698-B90C-4F31-B741-ACC2F2E962F0}" srcOrd="0" destOrd="0" presId="urn:microsoft.com/office/officeart/2005/8/layout/vProcess5"/>
    <dgm:cxn modelId="{A8AA3779-2218-4FD8-80D7-1C276560373E}" type="presParOf" srcId="{E3B2542E-C156-4682-BB4A-2AE8466E4091}" destId="{44BFF70A-24C3-4A23-AD4A-0ECECFDB8C7F}" srcOrd="1" destOrd="0" presId="urn:microsoft.com/office/officeart/2005/8/layout/vProcess5"/>
    <dgm:cxn modelId="{61F5F5E4-5317-4EF5-BEEF-5503FB3AF4EF}" type="presParOf" srcId="{E3B2542E-C156-4682-BB4A-2AE8466E4091}" destId="{07DA79B1-0BD3-4E12-9ED6-30383B3AA8BA}" srcOrd="2" destOrd="0" presId="urn:microsoft.com/office/officeart/2005/8/layout/vProcess5"/>
    <dgm:cxn modelId="{4CE748D1-AFB3-4171-8847-8A6BAF967C56}" type="presParOf" srcId="{E3B2542E-C156-4682-BB4A-2AE8466E4091}" destId="{6BA1DD8A-DD79-4712-B32F-1012C74A0D65}" srcOrd="3" destOrd="0" presId="urn:microsoft.com/office/officeart/2005/8/layout/vProcess5"/>
    <dgm:cxn modelId="{0422BEEE-F208-4719-B0E4-C8ECE7545C51}" type="presParOf" srcId="{E3B2542E-C156-4682-BB4A-2AE8466E4091}" destId="{8E587962-87E4-49A0-9095-4D2DE4DB7E93}" srcOrd="4" destOrd="0" presId="urn:microsoft.com/office/officeart/2005/8/layout/vProcess5"/>
    <dgm:cxn modelId="{0865FA55-D5F4-403A-A2DF-C8C7681BF98B}" type="presParOf" srcId="{E3B2542E-C156-4682-BB4A-2AE8466E4091}" destId="{85CC61EB-9B66-4B21-B19F-CA12805F5C94}" srcOrd="5" destOrd="0" presId="urn:microsoft.com/office/officeart/2005/8/layout/vProcess5"/>
    <dgm:cxn modelId="{E494C568-12F0-44D9-910C-C6B01B04BED7}" type="presParOf" srcId="{E3B2542E-C156-4682-BB4A-2AE8466E4091}" destId="{513F25DB-5BE6-42CD-ADEF-6BF0B4554294}" srcOrd="6" destOrd="0" presId="urn:microsoft.com/office/officeart/2005/8/layout/vProcess5"/>
    <dgm:cxn modelId="{032975E3-7704-4381-975E-9923D402E232}" type="presParOf" srcId="{E3B2542E-C156-4682-BB4A-2AE8466E4091}" destId="{6075BC78-681C-4295-A42D-21D6CF2D1B65}" srcOrd="7" destOrd="0" presId="urn:microsoft.com/office/officeart/2005/8/layout/vProcess5"/>
    <dgm:cxn modelId="{57EC4B33-55AF-4BA3-8EA2-0EB14FF8E3E2}" type="presParOf" srcId="{E3B2542E-C156-4682-BB4A-2AE8466E4091}" destId="{106CAD1E-F144-459F-928C-A5FBA7E2B59B}" srcOrd="8"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F9B1F-D0C3-4C66-8AA2-EF1201681C6C}"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2275C97-38B7-42E8-91F6-EA06273437DF}">
      <dgm:prSet custT="1"/>
      <dgm:spPr/>
      <dgm:t>
        <a:bodyPr/>
        <a:lstStyle/>
        <a:p>
          <a:r>
            <a:rPr lang="en-US" sz="1800" dirty="0"/>
            <a:t>The profile of the applicants for whom the visa status can be denied:</a:t>
          </a:r>
        </a:p>
      </dgm:t>
    </dgm:pt>
    <dgm:pt modelId="{F71264BD-A1BB-46F6-98C1-0170D9F907D5}" type="parTrans" cxnId="{A7E1F740-D01D-4D5B-8B55-8C5EB4F058F5}">
      <dgm:prSet/>
      <dgm:spPr/>
      <dgm:t>
        <a:bodyPr/>
        <a:lstStyle/>
        <a:p>
          <a:endParaRPr lang="en-US"/>
        </a:p>
      </dgm:t>
    </dgm:pt>
    <dgm:pt modelId="{FE91643A-2B1A-4A98-992D-C5DAF8DCB70B}" type="sibTrans" cxnId="{A7E1F740-D01D-4D5B-8B55-8C5EB4F058F5}">
      <dgm:prSet/>
      <dgm:spPr/>
      <dgm:t>
        <a:bodyPr/>
        <a:lstStyle/>
        <a:p>
          <a:endParaRPr lang="en-US"/>
        </a:p>
      </dgm:t>
    </dgm:pt>
    <dgm:pt modelId="{A47A88FC-A3D0-40F0-BE19-8C532040BAF3}">
      <dgm:prSet custT="1"/>
      <dgm:spPr/>
      <dgm:t>
        <a:bodyPr/>
        <a:lstStyle/>
        <a:p>
          <a:r>
            <a:rPr lang="en-US" sz="1400" b="1"/>
            <a:t>Primary information to look at</a:t>
          </a:r>
          <a:r>
            <a:rPr lang="en-US" sz="1400"/>
            <a:t>:</a:t>
          </a:r>
        </a:p>
      </dgm:t>
    </dgm:pt>
    <dgm:pt modelId="{A72C0100-DEDF-480A-B931-D4908F525E22}" type="parTrans" cxnId="{1FA4F9DB-6246-4430-A7B8-212429428A74}">
      <dgm:prSet/>
      <dgm:spPr/>
      <dgm:t>
        <a:bodyPr/>
        <a:lstStyle/>
        <a:p>
          <a:endParaRPr lang="en-US"/>
        </a:p>
      </dgm:t>
    </dgm:pt>
    <dgm:pt modelId="{0BF9F9AB-64EB-4FFA-8D6A-9F849D7805C2}" type="sibTrans" cxnId="{1FA4F9DB-6246-4430-A7B8-212429428A74}">
      <dgm:prSet/>
      <dgm:spPr/>
      <dgm:t>
        <a:bodyPr/>
        <a:lstStyle/>
        <a:p>
          <a:endParaRPr lang="en-US"/>
        </a:p>
      </dgm:t>
    </dgm:pt>
    <dgm:pt modelId="{DDDCB9EE-DBE9-45FA-A65F-A8746D4E3662}">
      <dgm:prSet custT="1"/>
      <dgm:spPr/>
      <dgm:t>
        <a:bodyPr/>
        <a:lstStyle/>
        <a:p>
          <a:r>
            <a:rPr lang="en-US" sz="1400"/>
            <a:t>Education level - Doesn't have any degree and has completed high school.</a:t>
          </a:r>
        </a:p>
      </dgm:t>
    </dgm:pt>
    <dgm:pt modelId="{52D940CE-9E58-4D2C-A0B8-B31EC97C58C1}" type="parTrans" cxnId="{B5CA5988-3040-4577-873B-6E946B891206}">
      <dgm:prSet/>
      <dgm:spPr/>
      <dgm:t>
        <a:bodyPr/>
        <a:lstStyle/>
        <a:p>
          <a:endParaRPr lang="en-US"/>
        </a:p>
      </dgm:t>
    </dgm:pt>
    <dgm:pt modelId="{1CA11089-1217-415A-AA5B-55DA7090CA0D}" type="sibTrans" cxnId="{B5CA5988-3040-4577-873B-6E946B891206}">
      <dgm:prSet/>
      <dgm:spPr/>
      <dgm:t>
        <a:bodyPr/>
        <a:lstStyle/>
        <a:p>
          <a:endParaRPr lang="en-US"/>
        </a:p>
      </dgm:t>
    </dgm:pt>
    <dgm:pt modelId="{D6D89EB4-BE5A-4E49-9E49-F94FC318E71D}">
      <dgm:prSet custT="1"/>
      <dgm:spPr/>
      <dgm:t>
        <a:bodyPr/>
        <a:lstStyle/>
        <a:p>
          <a:r>
            <a:rPr lang="en-US" sz="1400"/>
            <a:t>Job Experience – Doesn’t have any job experience.</a:t>
          </a:r>
        </a:p>
      </dgm:t>
    </dgm:pt>
    <dgm:pt modelId="{5F761C7D-3715-46BF-8BAF-2E053CE6C9E5}" type="parTrans" cxnId="{AC8F7AFE-6919-4B9F-A34A-F689DE822A97}">
      <dgm:prSet/>
      <dgm:spPr/>
      <dgm:t>
        <a:bodyPr/>
        <a:lstStyle/>
        <a:p>
          <a:endParaRPr lang="en-US"/>
        </a:p>
      </dgm:t>
    </dgm:pt>
    <dgm:pt modelId="{D93EE436-B72F-4160-A6D3-6008B6880893}" type="sibTrans" cxnId="{AC8F7AFE-6919-4B9F-A34A-F689DE822A97}">
      <dgm:prSet/>
      <dgm:spPr/>
      <dgm:t>
        <a:bodyPr/>
        <a:lstStyle/>
        <a:p>
          <a:endParaRPr lang="en-US"/>
        </a:p>
      </dgm:t>
    </dgm:pt>
    <dgm:pt modelId="{48B16D94-6AE1-401E-9253-60D747D468C1}">
      <dgm:prSet custT="1"/>
      <dgm:spPr/>
      <dgm:t>
        <a:bodyPr/>
        <a:lstStyle/>
        <a:p>
          <a:r>
            <a:rPr lang="en-US" sz="1400"/>
            <a:t>Prevailing wage - The median prevailing wage of the employees for whom the visa was denied is around 65k.</a:t>
          </a:r>
        </a:p>
      </dgm:t>
    </dgm:pt>
    <dgm:pt modelId="{8F43612E-21EB-4AE0-B077-D35657E5831F}" type="parTrans" cxnId="{1AFFBC0A-6475-4E4E-8EE9-A078F0B0793C}">
      <dgm:prSet/>
      <dgm:spPr/>
      <dgm:t>
        <a:bodyPr/>
        <a:lstStyle/>
        <a:p>
          <a:endParaRPr lang="en-US"/>
        </a:p>
      </dgm:t>
    </dgm:pt>
    <dgm:pt modelId="{5AD3C0A9-AB21-4117-AE62-1EC1C9829932}" type="sibTrans" cxnId="{1AFFBC0A-6475-4E4E-8EE9-A078F0B0793C}">
      <dgm:prSet/>
      <dgm:spPr/>
      <dgm:t>
        <a:bodyPr/>
        <a:lstStyle/>
        <a:p>
          <a:endParaRPr lang="en-US"/>
        </a:p>
      </dgm:t>
    </dgm:pt>
    <dgm:pt modelId="{3D55C813-E5A9-4EFC-B271-D0F97E9E3E9D}">
      <dgm:prSet custT="1"/>
      <dgm:spPr/>
      <dgm:t>
        <a:bodyPr/>
        <a:lstStyle/>
        <a:p>
          <a:r>
            <a:rPr lang="en-US" sz="1400" b="1" dirty="0"/>
            <a:t>Secondary information to look at:</a:t>
          </a:r>
          <a:endParaRPr lang="en-US" sz="1400" dirty="0"/>
        </a:p>
      </dgm:t>
    </dgm:pt>
    <dgm:pt modelId="{E7048E4B-99CC-4393-AE77-265BD2B4AA2B}" type="parTrans" cxnId="{AB57065C-572B-41BC-ADDC-07975FF4DC0D}">
      <dgm:prSet/>
      <dgm:spPr/>
      <dgm:t>
        <a:bodyPr/>
        <a:lstStyle/>
        <a:p>
          <a:endParaRPr lang="en-US"/>
        </a:p>
      </dgm:t>
    </dgm:pt>
    <dgm:pt modelId="{B6832333-5A49-432E-B657-D44DBCDB5C49}" type="sibTrans" cxnId="{AB57065C-572B-41BC-ADDC-07975FF4DC0D}">
      <dgm:prSet/>
      <dgm:spPr/>
      <dgm:t>
        <a:bodyPr/>
        <a:lstStyle/>
        <a:p>
          <a:endParaRPr lang="en-US"/>
        </a:p>
      </dgm:t>
    </dgm:pt>
    <dgm:pt modelId="{26D67746-9ACF-48AE-B707-822BB7B841F0}">
      <dgm:prSet custT="1"/>
      <dgm:spPr/>
      <dgm:t>
        <a:bodyPr/>
        <a:lstStyle/>
        <a:p>
          <a:r>
            <a:rPr lang="en-US" sz="1400"/>
            <a:t>Unit of Wage - Applicants having an hourly unit of wage.</a:t>
          </a:r>
        </a:p>
      </dgm:t>
    </dgm:pt>
    <dgm:pt modelId="{1D2FB3C0-BCEC-4D5F-A956-14BDC8D6ECD0}" type="parTrans" cxnId="{DA2F901A-0264-40E8-A581-9194520E164D}">
      <dgm:prSet/>
      <dgm:spPr/>
      <dgm:t>
        <a:bodyPr/>
        <a:lstStyle/>
        <a:p>
          <a:endParaRPr lang="en-US"/>
        </a:p>
      </dgm:t>
    </dgm:pt>
    <dgm:pt modelId="{E8F7969B-157D-4989-9FB1-FC2C632C644C}" type="sibTrans" cxnId="{DA2F901A-0264-40E8-A581-9194520E164D}">
      <dgm:prSet/>
      <dgm:spPr/>
      <dgm:t>
        <a:bodyPr/>
        <a:lstStyle/>
        <a:p>
          <a:endParaRPr lang="en-US"/>
        </a:p>
      </dgm:t>
    </dgm:pt>
    <dgm:pt modelId="{D5FF6645-1719-4762-A1BB-7814277B4FAC}">
      <dgm:prSet custT="1"/>
      <dgm:spPr/>
      <dgm:t>
        <a:bodyPr/>
        <a:lstStyle/>
        <a:p>
          <a:r>
            <a:rPr lang="en-US" sz="1400"/>
            <a:t>Continent - Ideally, the nationality and ethnicity of an applicant shouldn't matter to work in a country, but previously it has been observed that applicants from South America, North America, and Oceania have a higher chance of a visa being denied.</a:t>
          </a:r>
        </a:p>
      </dgm:t>
    </dgm:pt>
    <dgm:pt modelId="{EF2C7424-E760-4BD8-9DB4-02317EFF6C80}" type="parTrans" cxnId="{BEB493F9-C744-49D0-BE4E-B43961E8F90A}">
      <dgm:prSet/>
      <dgm:spPr/>
      <dgm:t>
        <a:bodyPr/>
        <a:lstStyle/>
        <a:p>
          <a:endParaRPr lang="en-US"/>
        </a:p>
      </dgm:t>
    </dgm:pt>
    <dgm:pt modelId="{4DAB5669-DFA0-467A-B6C8-122E2E616086}" type="sibTrans" cxnId="{BEB493F9-C744-49D0-BE4E-B43961E8F90A}">
      <dgm:prSet/>
      <dgm:spPr/>
      <dgm:t>
        <a:bodyPr/>
        <a:lstStyle/>
        <a:p>
          <a:endParaRPr lang="en-US"/>
        </a:p>
      </dgm:t>
    </dgm:pt>
    <dgm:pt modelId="{7FFEBD4F-FBE9-41DB-94C1-8E0EB1F5CD75}">
      <dgm:prSet custT="1"/>
      <dgm:spPr/>
      <dgm:t>
        <a:bodyPr/>
        <a:lstStyle/>
        <a:p>
          <a:r>
            <a:rPr lang="en-US" sz="1400" dirty="0"/>
            <a:t>Region of employment – Analysis shows that the Midwest region has more chances of visa approval.</a:t>
          </a:r>
        </a:p>
      </dgm:t>
    </dgm:pt>
    <dgm:pt modelId="{04065C8D-16A4-4DC2-8F62-DF12389B6765}" type="parTrans" cxnId="{D183E19A-3FD5-4340-BE38-51D3C9E8BED7}">
      <dgm:prSet/>
      <dgm:spPr/>
      <dgm:t>
        <a:bodyPr/>
        <a:lstStyle/>
        <a:p>
          <a:endParaRPr lang="en-US"/>
        </a:p>
      </dgm:t>
    </dgm:pt>
    <dgm:pt modelId="{C6F5F822-B7A9-4580-BD13-D5A450F8FE85}" type="sibTrans" cxnId="{D183E19A-3FD5-4340-BE38-51D3C9E8BED7}">
      <dgm:prSet/>
      <dgm:spPr/>
      <dgm:t>
        <a:bodyPr/>
        <a:lstStyle/>
        <a:p>
          <a:endParaRPr lang="en-US"/>
        </a:p>
      </dgm:t>
    </dgm:pt>
    <dgm:pt modelId="{8BFAD129-049F-4A74-99AD-82B4A4B253DD}" type="pres">
      <dgm:prSet presAssocID="{18EF9B1F-D0C3-4C66-8AA2-EF1201681C6C}" presName="outerComposite" presStyleCnt="0">
        <dgm:presLayoutVars>
          <dgm:chMax val="5"/>
          <dgm:dir/>
          <dgm:resizeHandles val="exact"/>
        </dgm:presLayoutVars>
      </dgm:prSet>
      <dgm:spPr/>
    </dgm:pt>
    <dgm:pt modelId="{217EE201-59FB-4CB7-85DE-8A4831E21DFC}" type="pres">
      <dgm:prSet presAssocID="{18EF9B1F-D0C3-4C66-8AA2-EF1201681C6C}" presName="dummyMaxCanvas" presStyleCnt="0">
        <dgm:presLayoutVars/>
      </dgm:prSet>
      <dgm:spPr/>
    </dgm:pt>
    <dgm:pt modelId="{98926A10-43F5-4430-8C9A-5787C275E5B2}" type="pres">
      <dgm:prSet presAssocID="{18EF9B1F-D0C3-4C66-8AA2-EF1201681C6C}" presName="ThreeNodes_1" presStyleLbl="node1" presStyleIdx="0" presStyleCnt="3" custLinFactNeighborX="1300" custLinFactNeighborY="-413">
        <dgm:presLayoutVars>
          <dgm:bulletEnabled val="1"/>
        </dgm:presLayoutVars>
      </dgm:prSet>
      <dgm:spPr/>
    </dgm:pt>
    <dgm:pt modelId="{92417864-4F96-4987-A923-107DACB9F700}" type="pres">
      <dgm:prSet presAssocID="{18EF9B1F-D0C3-4C66-8AA2-EF1201681C6C}" presName="ThreeNodes_2" presStyleLbl="node1" presStyleIdx="1" presStyleCnt="3">
        <dgm:presLayoutVars>
          <dgm:bulletEnabled val="1"/>
        </dgm:presLayoutVars>
      </dgm:prSet>
      <dgm:spPr/>
    </dgm:pt>
    <dgm:pt modelId="{619FAC95-6D62-431A-8827-64F5EB2CFAF6}" type="pres">
      <dgm:prSet presAssocID="{18EF9B1F-D0C3-4C66-8AA2-EF1201681C6C}" presName="ThreeNodes_3" presStyleLbl="node1" presStyleIdx="2" presStyleCnt="3">
        <dgm:presLayoutVars>
          <dgm:bulletEnabled val="1"/>
        </dgm:presLayoutVars>
      </dgm:prSet>
      <dgm:spPr/>
    </dgm:pt>
    <dgm:pt modelId="{5D08498F-0986-46D7-8A7F-A1654201CCE8}" type="pres">
      <dgm:prSet presAssocID="{18EF9B1F-D0C3-4C66-8AA2-EF1201681C6C}" presName="ThreeConn_1-2" presStyleLbl="fgAccFollowNode1" presStyleIdx="0" presStyleCnt="2">
        <dgm:presLayoutVars>
          <dgm:bulletEnabled val="1"/>
        </dgm:presLayoutVars>
      </dgm:prSet>
      <dgm:spPr/>
    </dgm:pt>
    <dgm:pt modelId="{F80A4D80-6112-4575-8508-A96AD7D1532F}" type="pres">
      <dgm:prSet presAssocID="{18EF9B1F-D0C3-4C66-8AA2-EF1201681C6C}" presName="ThreeConn_2-3" presStyleLbl="fgAccFollowNode1" presStyleIdx="1" presStyleCnt="2">
        <dgm:presLayoutVars>
          <dgm:bulletEnabled val="1"/>
        </dgm:presLayoutVars>
      </dgm:prSet>
      <dgm:spPr/>
    </dgm:pt>
    <dgm:pt modelId="{0DB202C5-94DB-4D0E-9BA1-9357D1ED9108}" type="pres">
      <dgm:prSet presAssocID="{18EF9B1F-D0C3-4C66-8AA2-EF1201681C6C}" presName="ThreeNodes_1_text" presStyleLbl="node1" presStyleIdx="2" presStyleCnt="3">
        <dgm:presLayoutVars>
          <dgm:bulletEnabled val="1"/>
        </dgm:presLayoutVars>
      </dgm:prSet>
      <dgm:spPr/>
    </dgm:pt>
    <dgm:pt modelId="{96EB0764-0FA6-49B0-9AC7-A7C50DC49412}" type="pres">
      <dgm:prSet presAssocID="{18EF9B1F-D0C3-4C66-8AA2-EF1201681C6C}" presName="ThreeNodes_2_text" presStyleLbl="node1" presStyleIdx="2" presStyleCnt="3">
        <dgm:presLayoutVars>
          <dgm:bulletEnabled val="1"/>
        </dgm:presLayoutVars>
      </dgm:prSet>
      <dgm:spPr/>
    </dgm:pt>
    <dgm:pt modelId="{FACF9046-2B5C-422A-8213-2EAF3D1DB374}" type="pres">
      <dgm:prSet presAssocID="{18EF9B1F-D0C3-4C66-8AA2-EF1201681C6C}" presName="ThreeNodes_3_text" presStyleLbl="node1" presStyleIdx="2" presStyleCnt="3">
        <dgm:presLayoutVars>
          <dgm:bulletEnabled val="1"/>
        </dgm:presLayoutVars>
      </dgm:prSet>
      <dgm:spPr/>
    </dgm:pt>
  </dgm:ptLst>
  <dgm:cxnLst>
    <dgm:cxn modelId="{E50E4300-98C5-4ECF-A9C4-77C7FABFCD43}" type="presOf" srcId="{18EF9B1F-D0C3-4C66-8AA2-EF1201681C6C}" destId="{8BFAD129-049F-4A74-99AD-82B4A4B253DD}" srcOrd="0" destOrd="0" presId="urn:microsoft.com/office/officeart/2005/8/layout/vProcess5"/>
    <dgm:cxn modelId="{8A7A3301-4B24-4DD8-94F8-BB1790663859}" type="presOf" srcId="{DDDCB9EE-DBE9-45FA-A65F-A8746D4E3662}" destId="{96EB0764-0FA6-49B0-9AC7-A7C50DC49412}" srcOrd="1" destOrd="1" presId="urn:microsoft.com/office/officeart/2005/8/layout/vProcess5"/>
    <dgm:cxn modelId="{C2118C05-539A-4224-9893-82342A67DBF4}" type="presOf" srcId="{D6D89EB4-BE5A-4E49-9E49-F94FC318E71D}" destId="{96EB0764-0FA6-49B0-9AC7-A7C50DC49412}" srcOrd="1" destOrd="2" presId="urn:microsoft.com/office/officeart/2005/8/layout/vProcess5"/>
    <dgm:cxn modelId="{1AFFBC0A-6475-4E4E-8EE9-A078F0B0793C}" srcId="{A47A88FC-A3D0-40F0-BE19-8C532040BAF3}" destId="{48B16D94-6AE1-401E-9253-60D747D468C1}" srcOrd="2" destOrd="0" parTransId="{8F43612E-21EB-4AE0-B077-D35657E5831F}" sibTransId="{5AD3C0A9-AB21-4117-AE62-1EC1C9829932}"/>
    <dgm:cxn modelId="{DA2F901A-0264-40E8-A581-9194520E164D}" srcId="{3D55C813-E5A9-4EFC-B271-D0F97E9E3E9D}" destId="{26D67746-9ACF-48AE-B707-822BB7B841F0}" srcOrd="0" destOrd="0" parTransId="{1D2FB3C0-BCEC-4D5F-A956-14BDC8D6ECD0}" sibTransId="{E8F7969B-157D-4989-9FB1-FC2C632C644C}"/>
    <dgm:cxn modelId="{D548812F-4BFF-4523-8DF0-8476966317F4}" type="presOf" srcId="{7FFEBD4F-FBE9-41DB-94C1-8E0EB1F5CD75}" destId="{619FAC95-6D62-431A-8827-64F5EB2CFAF6}" srcOrd="0" destOrd="3" presId="urn:microsoft.com/office/officeart/2005/8/layout/vProcess5"/>
    <dgm:cxn modelId="{A7E1F740-D01D-4D5B-8B55-8C5EB4F058F5}" srcId="{18EF9B1F-D0C3-4C66-8AA2-EF1201681C6C}" destId="{F2275C97-38B7-42E8-91F6-EA06273437DF}" srcOrd="0" destOrd="0" parTransId="{F71264BD-A1BB-46F6-98C1-0170D9F907D5}" sibTransId="{FE91643A-2B1A-4A98-992D-C5DAF8DCB70B}"/>
    <dgm:cxn modelId="{AB57065C-572B-41BC-ADDC-07975FF4DC0D}" srcId="{18EF9B1F-D0C3-4C66-8AA2-EF1201681C6C}" destId="{3D55C813-E5A9-4EFC-B271-D0F97E9E3E9D}" srcOrd="2" destOrd="0" parTransId="{E7048E4B-99CC-4393-AE77-265BD2B4AA2B}" sibTransId="{B6832333-5A49-432E-B657-D44DBCDB5C49}"/>
    <dgm:cxn modelId="{10D6584C-E63D-4D37-91F0-83CA83853957}" type="presOf" srcId="{26D67746-9ACF-48AE-B707-822BB7B841F0}" destId="{619FAC95-6D62-431A-8827-64F5EB2CFAF6}" srcOrd="0" destOrd="1" presId="urn:microsoft.com/office/officeart/2005/8/layout/vProcess5"/>
    <dgm:cxn modelId="{1BDAD480-34F9-4AA8-BF85-475DDDFD4C68}" type="presOf" srcId="{D6D89EB4-BE5A-4E49-9E49-F94FC318E71D}" destId="{92417864-4F96-4987-A923-107DACB9F700}" srcOrd="0" destOrd="2" presId="urn:microsoft.com/office/officeart/2005/8/layout/vProcess5"/>
    <dgm:cxn modelId="{7432E586-0E81-4BB6-A62D-4758B009EA8C}" type="presOf" srcId="{3D55C813-E5A9-4EFC-B271-D0F97E9E3E9D}" destId="{619FAC95-6D62-431A-8827-64F5EB2CFAF6}" srcOrd="0" destOrd="0" presId="urn:microsoft.com/office/officeart/2005/8/layout/vProcess5"/>
    <dgm:cxn modelId="{77455987-342F-41B9-9258-F3F648180D04}" type="presOf" srcId="{A47A88FC-A3D0-40F0-BE19-8C532040BAF3}" destId="{96EB0764-0FA6-49B0-9AC7-A7C50DC49412}" srcOrd="1" destOrd="0" presId="urn:microsoft.com/office/officeart/2005/8/layout/vProcess5"/>
    <dgm:cxn modelId="{B5CA5988-3040-4577-873B-6E946B891206}" srcId="{A47A88FC-A3D0-40F0-BE19-8C532040BAF3}" destId="{DDDCB9EE-DBE9-45FA-A65F-A8746D4E3662}" srcOrd="0" destOrd="0" parTransId="{52D940CE-9E58-4D2C-A0B8-B31EC97C58C1}" sibTransId="{1CA11089-1217-415A-AA5B-55DA7090CA0D}"/>
    <dgm:cxn modelId="{D183E19A-3FD5-4340-BE38-51D3C9E8BED7}" srcId="{3D55C813-E5A9-4EFC-B271-D0F97E9E3E9D}" destId="{7FFEBD4F-FBE9-41DB-94C1-8E0EB1F5CD75}" srcOrd="2" destOrd="0" parTransId="{04065C8D-16A4-4DC2-8F62-DF12389B6765}" sibTransId="{C6F5F822-B7A9-4580-BD13-D5A450F8FE85}"/>
    <dgm:cxn modelId="{95BE3EAC-602B-4776-9A13-857B9FCE2F98}" type="presOf" srcId="{D5FF6645-1719-4762-A1BB-7814277B4FAC}" destId="{619FAC95-6D62-431A-8827-64F5EB2CFAF6}" srcOrd="0" destOrd="2" presId="urn:microsoft.com/office/officeart/2005/8/layout/vProcess5"/>
    <dgm:cxn modelId="{6CFEC8AF-9038-431B-B2F7-5A486906991D}" type="presOf" srcId="{7FFEBD4F-FBE9-41DB-94C1-8E0EB1F5CD75}" destId="{FACF9046-2B5C-422A-8213-2EAF3D1DB374}" srcOrd="1" destOrd="3" presId="urn:microsoft.com/office/officeart/2005/8/layout/vProcess5"/>
    <dgm:cxn modelId="{10CAE5B1-2275-4ADB-A076-A7682F361DE6}" type="presOf" srcId="{0BF9F9AB-64EB-4FFA-8D6A-9F849D7805C2}" destId="{F80A4D80-6112-4575-8508-A96AD7D1532F}" srcOrd="0" destOrd="0" presId="urn:microsoft.com/office/officeart/2005/8/layout/vProcess5"/>
    <dgm:cxn modelId="{696793C0-3CBC-4C01-BACB-DB015248DF1A}" type="presOf" srcId="{F2275C97-38B7-42E8-91F6-EA06273437DF}" destId="{98926A10-43F5-4430-8C9A-5787C275E5B2}" srcOrd="0" destOrd="0" presId="urn:microsoft.com/office/officeart/2005/8/layout/vProcess5"/>
    <dgm:cxn modelId="{37FF04C4-8528-411A-A08A-47FFA26A5F91}" type="presOf" srcId="{DDDCB9EE-DBE9-45FA-A65F-A8746D4E3662}" destId="{92417864-4F96-4987-A923-107DACB9F700}" srcOrd="0" destOrd="1" presId="urn:microsoft.com/office/officeart/2005/8/layout/vProcess5"/>
    <dgm:cxn modelId="{8F1CE2C6-B812-45F8-A878-371B00450C87}" type="presOf" srcId="{D5FF6645-1719-4762-A1BB-7814277B4FAC}" destId="{FACF9046-2B5C-422A-8213-2EAF3D1DB374}" srcOrd="1" destOrd="2" presId="urn:microsoft.com/office/officeart/2005/8/layout/vProcess5"/>
    <dgm:cxn modelId="{32A68ED0-BB3D-4237-A127-CF0C905101F6}" type="presOf" srcId="{A47A88FC-A3D0-40F0-BE19-8C532040BAF3}" destId="{92417864-4F96-4987-A923-107DACB9F700}" srcOrd="0" destOrd="0" presId="urn:microsoft.com/office/officeart/2005/8/layout/vProcess5"/>
    <dgm:cxn modelId="{1FA4F9DB-6246-4430-A7B8-212429428A74}" srcId="{18EF9B1F-D0C3-4C66-8AA2-EF1201681C6C}" destId="{A47A88FC-A3D0-40F0-BE19-8C532040BAF3}" srcOrd="1" destOrd="0" parTransId="{A72C0100-DEDF-480A-B931-D4908F525E22}" sibTransId="{0BF9F9AB-64EB-4FFA-8D6A-9F849D7805C2}"/>
    <dgm:cxn modelId="{004DCDE6-1EC4-4020-BDF8-A1E0969B00DF}" type="presOf" srcId="{3D55C813-E5A9-4EFC-B271-D0F97E9E3E9D}" destId="{FACF9046-2B5C-422A-8213-2EAF3D1DB374}" srcOrd="1" destOrd="0" presId="urn:microsoft.com/office/officeart/2005/8/layout/vProcess5"/>
    <dgm:cxn modelId="{14F7F3EA-A925-4535-AFDA-203FC7B369BA}" type="presOf" srcId="{F2275C97-38B7-42E8-91F6-EA06273437DF}" destId="{0DB202C5-94DB-4D0E-9BA1-9357D1ED9108}" srcOrd="1" destOrd="0" presId="urn:microsoft.com/office/officeart/2005/8/layout/vProcess5"/>
    <dgm:cxn modelId="{FCF6DFEC-64C7-4633-B203-9A35FBBC3D86}" type="presOf" srcId="{26D67746-9ACF-48AE-B707-822BB7B841F0}" destId="{FACF9046-2B5C-422A-8213-2EAF3D1DB374}" srcOrd="1" destOrd="1" presId="urn:microsoft.com/office/officeart/2005/8/layout/vProcess5"/>
    <dgm:cxn modelId="{A6AD25F1-0633-4910-BF98-845F64C6BD20}" type="presOf" srcId="{FE91643A-2B1A-4A98-992D-C5DAF8DCB70B}" destId="{5D08498F-0986-46D7-8A7F-A1654201CCE8}" srcOrd="0" destOrd="0" presId="urn:microsoft.com/office/officeart/2005/8/layout/vProcess5"/>
    <dgm:cxn modelId="{FE4DAAF2-8A9B-4B1C-8FFE-67F9D1214952}" type="presOf" srcId="{48B16D94-6AE1-401E-9253-60D747D468C1}" destId="{92417864-4F96-4987-A923-107DACB9F700}" srcOrd="0" destOrd="3" presId="urn:microsoft.com/office/officeart/2005/8/layout/vProcess5"/>
    <dgm:cxn modelId="{59FCBBF4-565F-4262-A1E1-7FE33F9A7742}" type="presOf" srcId="{48B16D94-6AE1-401E-9253-60D747D468C1}" destId="{96EB0764-0FA6-49B0-9AC7-A7C50DC49412}" srcOrd="1" destOrd="3" presId="urn:microsoft.com/office/officeart/2005/8/layout/vProcess5"/>
    <dgm:cxn modelId="{BEB493F9-C744-49D0-BE4E-B43961E8F90A}" srcId="{3D55C813-E5A9-4EFC-B271-D0F97E9E3E9D}" destId="{D5FF6645-1719-4762-A1BB-7814277B4FAC}" srcOrd="1" destOrd="0" parTransId="{EF2C7424-E760-4BD8-9DB4-02317EFF6C80}" sibTransId="{4DAB5669-DFA0-467A-B6C8-122E2E616086}"/>
    <dgm:cxn modelId="{AC8F7AFE-6919-4B9F-A34A-F689DE822A97}" srcId="{A47A88FC-A3D0-40F0-BE19-8C532040BAF3}" destId="{D6D89EB4-BE5A-4E49-9E49-F94FC318E71D}" srcOrd="1" destOrd="0" parTransId="{5F761C7D-3715-46BF-8BAF-2E053CE6C9E5}" sibTransId="{D93EE436-B72F-4160-A6D3-6008B6880893}"/>
    <dgm:cxn modelId="{95AAAE10-50B4-4BF8-BB85-E58313A92815}" type="presParOf" srcId="{8BFAD129-049F-4A74-99AD-82B4A4B253DD}" destId="{217EE201-59FB-4CB7-85DE-8A4831E21DFC}" srcOrd="0" destOrd="0" presId="urn:microsoft.com/office/officeart/2005/8/layout/vProcess5"/>
    <dgm:cxn modelId="{207A208E-ABEE-47D9-8DB4-F747A9F2BE4C}" type="presParOf" srcId="{8BFAD129-049F-4A74-99AD-82B4A4B253DD}" destId="{98926A10-43F5-4430-8C9A-5787C275E5B2}" srcOrd="1" destOrd="0" presId="urn:microsoft.com/office/officeart/2005/8/layout/vProcess5"/>
    <dgm:cxn modelId="{9A3E09BE-6710-4BDA-B5B2-53E1ED992838}" type="presParOf" srcId="{8BFAD129-049F-4A74-99AD-82B4A4B253DD}" destId="{92417864-4F96-4987-A923-107DACB9F700}" srcOrd="2" destOrd="0" presId="urn:microsoft.com/office/officeart/2005/8/layout/vProcess5"/>
    <dgm:cxn modelId="{BCD2B8A1-0482-4F98-BF3B-146BA74BA30D}" type="presParOf" srcId="{8BFAD129-049F-4A74-99AD-82B4A4B253DD}" destId="{619FAC95-6D62-431A-8827-64F5EB2CFAF6}" srcOrd="3" destOrd="0" presId="urn:microsoft.com/office/officeart/2005/8/layout/vProcess5"/>
    <dgm:cxn modelId="{DD675710-0C4C-48D7-97A6-33645337E20E}" type="presParOf" srcId="{8BFAD129-049F-4A74-99AD-82B4A4B253DD}" destId="{5D08498F-0986-46D7-8A7F-A1654201CCE8}" srcOrd="4" destOrd="0" presId="urn:microsoft.com/office/officeart/2005/8/layout/vProcess5"/>
    <dgm:cxn modelId="{768AF4EA-9FF5-4D26-A086-9C9607A0D9A3}" type="presParOf" srcId="{8BFAD129-049F-4A74-99AD-82B4A4B253DD}" destId="{F80A4D80-6112-4575-8508-A96AD7D1532F}" srcOrd="5" destOrd="0" presId="urn:microsoft.com/office/officeart/2005/8/layout/vProcess5"/>
    <dgm:cxn modelId="{6A0BE368-AD80-4A48-9494-CBC42B176CE7}" type="presParOf" srcId="{8BFAD129-049F-4A74-99AD-82B4A4B253DD}" destId="{0DB202C5-94DB-4D0E-9BA1-9357D1ED9108}" srcOrd="6" destOrd="0" presId="urn:microsoft.com/office/officeart/2005/8/layout/vProcess5"/>
    <dgm:cxn modelId="{74208766-E1C8-4D40-93D4-9DB0D3BA440F}" type="presParOf" srcId="{8BFAD129-049F-4A74-99AD-82B4A4B253DD}" destId="{96EB0764-0FA6-49B0-9AC7-A7C50DC49412}" srcOrd="7" destOrd="0" presId="urn:microsoft.com/office/officeart/2005/8/layout/vProcess5"/>
    <dgm:cxn modelId="{70E8FD92-7892-4482-B67E-D66B103A019D}" type="presParOf" srcId="{8BFAD129-049F-4A74-99AD-82B4A4B253DD}" destId="{FACF9046-2B5C-422A-8213-2EAF3D1DB374}" srcOrd="8"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F9B1F-D0C3-4C66-8AA2-EF1201681C6C}"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F2275C97-38B7-42E8-91F6-EA06273437DF}">
      <dgm:prSet custT="1"/>
      <dgm:spPr/>
      <dgm:t>
        <a:bodyPr/>
        <a:lstStyle/>
        <a:p>
          <a:r>
            <a:rPr lang="en-US" sz="2000" dirty="0"/>
            <a:t>Additional information of employers and employees can be collected to gain better insights. Information such as: </a:t>
          </a:r>
        </a:p>
      </dgm:t>
    </dgm:pt>
    <dgm:pt modelId="{F71264BD-A1BB-46F6-98C1-0170D9F907D5}" type="parTrans" cxnId="{A7E1F740-D01D-4D5B-8B55-8C5EB4F058F5}">
      <dgm:prSet/>
      <dgm:spPr/>
      <dgm:t>
        <a:bodyPr/>
        <a:lstStyle/>
        <a:p>
          <a:endParaRPr lang="en-US"/>
        </a:p>
      </dgm:t>
    </dgm:pt>
    <dgm:pt modelId="{FE91643A-2B1A-4A98-992D-C5DAF8DCB70B}" type="sibTrans" cxnId="{A7E1F740-D01D-4D5B-8B55-8C5EB4F058F5}">
      <dgm:prSet/>
      <dgm:spPr/>
      <dgm:t>
        <a:bodyPr/>
        <a:lstStyle/>
        <a:p>
          <a:endParaRPr lang="en-US"/>
        </a:p>
      </dgm:t>
    </dgm:pt>
    <dgm:pt modelId="{A47A88FC-A3D0-40F0-BE19-8C532040BAF3}">
      <dgm:prSet custT="1"/>
      <dgm:spPr/>
      <dgm:t>
        <a:bodyPr/>
        <a:lstStyle/>
        <a:p>
          <a:r>
            <a:rPr lang="en-US" sz="1800" dirty="0"/>
            <a:t>Employers’ information about the wage they are offering to the applicant, the sector in which the company operates, etc. </a:t>
          </a:r>
        </a:p>
        <a:p>
          <a:pPr>
            <a:buFont typeface="Wingdings" panose="05000000000000000000" pitchFamily="2" charset="2"/>
            <a:buChar char="Ø"/>
          </a:pPr>
          <a:endParaRPr lang="en-US" sz="1800" dirty="0"/>
        </a:p>
        <a:p>
          <a:pPr>
            <a:buFont typeface="Wingdings" panose="05000000000000000000" pitchFamily="2" charset="2"/>
            <a:buChar char="Ø"/>
          </a:pPr>
          <a:r>
            <a:rPr lang="en-US" sz="1800" dirty="0"/>
            <a:t>Employee’s Specialization in their educational degree, Number of years of experience, etc.</a:t>
          </a:r>
        </a:p>
      </dgm:t>
    </dgm:pt>
    <dgm:pt modelId="{A72C0100-DEDF-480A-B931-D4908F525E22}" type="parTrans" cxnId="{1FA4F9DB-6246-4430-A7B8-212429428A74}">
      <dgm:prSet/>
      <dgm:spPr/>
      <dgm:t>
        <a:bodyPr/>
        <a:lstStyle/>
        <a:p>
          <a:endParaRPr lang="en-US"/>
        </a:p>
      </dgm:t>
    </dgm:pt>
    <dgm:pt modelId="{0BF9F9AB-64EB-4FFA-8D6A-9F849D7805C2}" type="sibTrans" cxnId="{1FA4F9DB-6246-4430-A7B8-212429428A74}">
      <dgm:prSet/>
      <dgm:spPr/>
      <dgm:t>
        <a:bodyPr/>
        <a:lstStyle/>
        <a:p>
          <a:endParaRPr lang="en-US"/>
        </a:p>
      </dgm:t>
    </dgm:pt>
    <dgm:pt modelId="{8BFAD129-049F-4A74-99AD-82B4A4B253DD}" type="pres">
      <dgm:prSet presAssocID="{18EF9B1F-D0C3-4C66-8AA2-EF1201681C6C}" presName="outerComposite" presStyleCnt="0">
        <dgm:presLayoutVars>
          <dgm:chMax val="5"/>
          <dgm:dir/>
          <dgm:resizeHandles val="exact"/>
        </dgm:presLayoutVars>
      </dgm:prSet>
      <dgm:spPr/>
    </dgm:pt>
    <dgm:pt modelId="{217EE201-59FB-4CB7-85DE-8A4831E21DFC}" type="pres">
      <dgm:prSet presAssocID="{18EF9B1F-D0C3-4C66-8AA2-EF1201681C6C}" presName="dummyMaxCanvas" presStyleCnt="0">
        <dgm:presLayoutVars/>
      </dgm:prSet>
      <dgm:spPr/>
    </dgm:pt>
    <dgm:pt modelId="{73D45883-734F-4517-B228-D1921EC4193A}" type="pres">
      <dgm:prSet presAssocID="{18EF9B1F-D0C3-4C66-8AA2-EF1201681C6C}" presName="TwoNodes_1" presStyleLbl="node1" presStyleIdx="0" presStyleCnt="2">
        <dgm:presLayoutVars>
          <dgm:bulletEnabled val="1"/>
        </dgm:presLayoutVars>
      </dgm:prSet>
      <dgm:spPr/>
    </dgm:pt>
    <dgm:pt modelId="{51FE1CB4-0C07-4BDD-A1F8-FCC657085BA9}" type="pres">
      <dgm:prSet presAssocID="{18EF9B1F-D0C3-4C66-8AA2-EF1201681C6C}" presName="TwoNodes_2" presStyleLbl="node1" presStyleIdx="1" presStyleCnt="2">
        <dgm:presLayoutVars>
          <dgm:bulletEnabled val="1"/>
        </dgm:presLayoutVars>
      </dgm:prSet>
      <dgm:spPr/>
    </dgm:pt>
    <dgm:pt modelId="{5F06B67C-B65F-448F-9A4A-850DBE6EB3F6}" type="pres">
      <dgm:prSet presAssocID="{18EF9B1F-D0C3-4C66-8AA2-EF1201681C6C}" presName="TwoConn_1-2" presStyleLbl="fgAccFollowNode1" presStyleIdx="0" presStyleCnt="1">
        <dgm:presLayoutVars>
          <dgm:bulletEnabled val="1"/>
        </dgm:presLayoutVars>
      </dgm:prSet>
      <dgm:spPr/>
    </dgm:pt>
    <dgm:pt modelId="{0209074B-1733-4719-A3A8-03ED0F8941A1}" type="pres">
      <dgm:prSet presAssocID="{18EF9B1F-D0C3-4C66-8AA2-EF1201681C6C}" presName="TwoNodes_1_text" presStyleLbl="node1" presStyleIdx="1" presStyleCnt="2">
        <dgm:presLayoutVars>
          <dgm:bulletEnabled val="1"/>
        </dgm:presLayoutVars>
      </dgm:prSet>
      <dgm:spPr/>
    </dgm:pt>
    <dgm:pt modelId="{FD6A32AA-C440-46F3-80A9-D998EFF4CCA2}" type="pres">
      <dgm:prSet presAssocID="{18EF9B1F-D0C3-4C66-8AA2-EF1201681C6C}" presName="TwoNodes_2_text" presStyleLbl="node1" presStyleIdx="1" presStyleCnt="2">
        <dgm:presLayoutVars>
          <dgm:bulletEnabled val="1"/>
        </dgm:presLayoutVars>
      </dgm:prSet>
      <dgm:spPr/>
    </dgm:pt>
  </dgm:ptLst>
  <dgm:cxnLst>
    <dgm:cxn modelId="{E50E4300-98C5-4ECF-A9C4-77C7FABFCD43}" type="presOf" srcId="{18EF9B1F-D0C3-4C66-8AA2-EF1201681C6C}" destId="{8BFAD129-049F-4A74-99AD-82B4A4B253DD}" srcOrd="0" destOrd="0" presId="urn:microsoft.com/office/officeart/2005/8/layout/vProcess5"/>
    <dgm:cxn modelId="{2DC77521-E1E1-48F7-AAA1-09091E91F591}" type="presOf" srcId="{F2275C97-38B7-42E8-91F6-EA06273437DF}" destId="{73D45883-734F-4517-B228-D1921EC4193A}" srcOrd="0" destOrd="0" presId="urn:microsoft.com/office/officeart/2005/8/layout/vProcess5"/>
    <dgm:cxn modelId="{0FDBAB2B-8AFD-4CC3-9E91-28027FBDC629}" type="presOf" srcId="{F2275C97-38B7-42E8-91F6-EA06273437DF}" destId="{0209074B-1733-4719-A3A8-03ED0F8941A1}" srcOrd="1" destOrd="0" presId="urn:microsoft.com/office/officeart/2005/8/layout/vProcess5"/>
    <dgm:cxn modelId="{C0E7302C-C574-43B0-A03A-A9AA9FB3B3E7}" type="presOf" srcId="{A47A88FC-A3D0-40F0-BE19-8C532040BAF3}" destId="{51FE1CB4-0C07-4BDD-A1F8-FCC657085BA9}" srcOrd="0" destOrd="0" presId="urn:microsoft.com/office/officeart/2005/8/layout/vProcess5"/>
    <dgm:cxn modelId="{A7E1F740-D01D-4D5B-8B55-8C5EB4F058F5}" srcId="{18EF9B1F-D0C3-4C66-8AA2-EF1201681C6C}" destId="{F2275C97-38B7-42E8-91F6-EA06273437DF}" srcOrd="0" destOrd="0" parTransId="{F71264BD-A1BB-46F6-98C1-0170D9F907D5}" sibTransId="{FE91643A-2B1A-4A98-992D-C5DAF8DCB70B}"/>
    <dgm:cxn modelId="{2962E95C-A140-4E1D-882A-2478EB59545A}" type="presOf" srcId="{A47A88FC-A3D0-40F0-BE19-8C532040BAF3}" destId="{FD6A32AA-C440-46F3-80A9-D998EFF4CCA2}" srcOrd="1" destOrd="0" presId="urn:microsoft.com/office/officeart/2005/8/layout/vProcess5"/>
    <dgm:cxn modelId="{1FA4F9DB-6246-4430-A7B8-212429428A74}" srcId="{18EF9B1F-D0C3-4C66-8AA2-EF1201681C6C}" destId="{A47A88FC-A3D0-40F0-BE19-8C532040BAF3}" srcOrd="1" destOrd="0" parTransId="{A72C0100-DEDF-480A-B931-D4908F525E22}" sibTransId="{0BF9F9AB-64EB-4FFA-8D6A-9F849D7805C2}"/>
    <dgm:cxn modelId="{865099E6-9516-4FC9-9FA3-7211118627E5}" type="presOf" srcId="{FE91643A-2B1A-4A98-992D-C5DAF8DCB70B}" destId="{5F06B67C-B65F-448F-9A4A-850DBE6EB3F6}" srcOrd="0" destOrd="0" presId="urn:microsoft.com/office/officeart/2005/8/layout/vProcess5"/>
    <dgm:cxn modelId="{95AAAE10-50B4-4BF8-BB85-E58313A92815}" type="presParOf" srcId="{8BFAD129-049F-4A74-99AD-82B4A4B253DD}" destId="{217EE201-59FB-4CB7-85DE-8A4831E21DFC}" srcOrd="0" destOrd="0" presId="urn:microsoft.com/office/officeart/2005/8/layout/vProcess5"/>
    <dgm:cxn modelId="{46A9CDC6-47FB-48A2-96FB-14B24801933A}" type="presParOf" srcId="{8BFAD129-049F-4A74-99AD-82B4A4B253DD}" destId="{73D45883-734F-4517-B228-D1921EC4193A}" srcOrd="1" destOrd="0" presId="urn:microsoft.com/office/officeart/2005/8/layout/vProcess5"/>
    <dgm:cxn modelId="{7C004E99-15B4-4E9A-801E-3B235EF6DFF0}" type="presParOf" srcId="{8BFAD129-049F-4A74-99AD-82B4A4B253DD}" destId="{51FE1CB4-0C07-4BDD-A1F8-FCC657085BA9}" srcOrd="2" destOrd="0" presId="urn:microsoft.com/office/officeart/2005/8/layout/vProcess5"/>
    <dgm:cxn modelId="{AFE7A973-B082-46A0-9482-65E78C3AC745}" type="presParOf" srcId="{8BFAD129-049F-4A74-99AD-82B4A4B253DD}" destId="{5F06B67C-B65F-448F-9A4A-850DBE6EB3F6}" srcOrd="3" destOrd="0" presId="urn:microsoft.com/office/officeart/2005/8/layout/vProcess5"/>
    <dgm:cxn modelId="{8A197D0A-F852-4CFD-9EC5-3F1C6BB7D9DF}" type="presParOf" srcId="{8BFAD129-049F-4A74-99AD-82B4A4B253DD}" destId="{0209074B-1733-4719-A3A8-03ED0F8941A1}" srcOrd="4" destOrd="0" presId="urn:microsoft.com/office/officeart/2005/8/layout/vProcess5"/>
    <dgm:cxn modelId="{AF42063B-982E-47BF-B107-78FB8469633B}" type="presParOf" srcId="{8BFAD129-049F-4A74-99AD-82B4A4B253DD}" destId="{FD6A32AA-C440-46F3-80A9-D998EFF4CCA2}" srcOrd="5"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CB3E23-F3F0-4621-9A5C-6B89B0028CF2}"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83013747-D573-4E54-828A-B5702C12AF14}">
      <dgm:prSet custT="1"/>
      <dgm:spPr/>
      <dgm:t>
        <a:bodyPr/>
        <a:lstStyle/>
        <a:p>
          <a:r>
            <a:rPr lang="en-US" sz="1800" dirty="0"/>
            <a:t>OFLC processes job certification applications for employers seeking to bring foreign workers into the United States and grants certifications in those cases where employers can demonstrate that there are not sufficient US workers available to perform the work at wages that meet or exceed the wage paid for the occupation in the area of intended employment. </a:t>
          </a:r>
        </a:p>
      </dgm:t>
    </dgm:pt>
    <dgm:pt modelId="{823F8776-13B5-4BB5-92BA-8B69378CF448}" type="parTrans" cxnId="{6A9EBCC7-70C2-458C-B44B-15F5FB959A9D}">
      <dgm:prSet/>
      <dgm:spPr/>
      <dgm:t>
        <a:bodyPr/>
        <a:lstStyle/>
        <a:p>
          <a:endParaRPr lang="en-US"/>
        </a:p>
      </dgm:t>
    </dgm:pt>
    <dgm:pt modelId="{80D6E789-C726-45D4-A0E9-D5733F56D319}" type="sibTrans" cxnId="{6A9EBCC7-70C2-458C-B44B-15F5FB959A9D}">
      <dgm:prSet/>
      <dgm:spPr/>
      <dgm:t>
        <a:bodyPr/>
        <a:lstStyle/>
        <a:p>
          <a:endParaRPr lang="en-US"/>
        </a:p>
      </dgm:t>
    </dgm:pt>
    <dgm:pt modelId="{3FE1B2C6-F308-4C0F-A72C-8EF353177DE9}">
      <dgm:prSet/>
      <dgm:spPr/>
      <dgm:t>
        <a:bodyPr/>
        <a:lstStyle/>
        <a:p>
          <a:r>
            <a:rPr lang="en-US"/>
            <a:t>The process of reviewing every case is becoming a tedious task as the number of applicants is increasing every year. In FY 2016, the OFLC processed 775,979 employer applications for 1,699,957 positions under temporary and permanent labor certifications, a 9% increase over the previous year. </a:t>
          </a:r>
        </a:p>
      </dgm:t>
    </dgm:pt>
    <dgm:pt modelId="{0F4A6E4E-4BE2-446C-9210-00497B1E9BD8}" type="parTrans" cxnId="{4353475D-965E-4CDB-9442-2FF0E0AE5BCA}">
      <dgm:prSet/>
      <dgm:spPr/>
      <dgm:t>
        <a:bodyPr/>
        <a:lstStyle/>
        <a:p>
          <a:endParaRPr lang="en-US"/>
        </a:p>
      </dgm:t>
    </dgm:pt>
    <dgm:pt modelId="{883D97D4-0FD2-4B08-9D16-770E7D5BDD46}" type="sibTrans" cxnId="{4353475D-965E-4CDB-9442-2FF0E0AE5BCA}">
      <dgm:prSet/>
      <dgm:spPr/>
      <dgm:t>
        <a:bodyPr/>
        <a:lstStyle/>
        <a:p>
          <a:endParaRPr lang="en-US"/>
        </a:p>
      </dgm:t>
    </dgm:pt>
    <dgm:pt modelId="{BE120703-A14C-40E5-AA4D-DCE7360B3921}">
      <dgm:prSet/>
      <dgm:spPr/>
      <dgm:t>
        <a:bodyPr/>
        <a:lstStyle/>
        <a:p>
          <a:r>
            <a:rPr lang="en-US"/>
            <a:t>The task at hand to analyze the data provided to facilitate the process of visa approvals by building a machine learning model and to recommend a suitable profile for the applicants for whom the visa should be certified or denied based on the drivers that significantly influence the case status.</a:t>
          </a:r>
        </a:p>
      </dgm:t>
    </dgm:pt>
    <dgm:pt modelId="{A2EB77CC-D9B8-478D-B9DB-EB0863C89F39}" type="parTrans" cxnId="{DA883CB0-93C6-4AAE-83C9-E6A244883258}">
      <dgm:prSet/>
      <dgm:spPr/>
      <dgm:t>
        <a:bodyPr/>
        <a:lstStyle/>
        <a:p>
          <a:endParaRPr lang="en-US"/>
        </a:p>
      </dgm:t>
    </dgm:pt>
    <dgm:pt modelId="{6F3B5B17-BD0A-481F-AB2E-9030A316420D}" type="sibTrans" cxnId="{DA883CB0-93C6-4AAE-83C9-E6A244883258}">
      <dgm:prSet/>
      <dgm:spPr/>
      <dgm:t>
        <a:bodyPr/>
        <a:lstStyle/>
        <a:p>
          <a:endParaRPr lang="en-US"/>
        </a:p>
      </dgm:t>
    </dgm:pt>
    <dgm:pt modelId="{61B9013A-1580-4C48-8567-6CA6C6A274DF}" type="pres">
      <dgm:prSet presAssocID="{88CB3E23-F3F0-4621-9A5C-6B89B0028CF2}" presName="outerComposite" presStyleCnt="0">
        <dgm:presLayoutVars>
          <dgm:chMax val="5"/>
          <dgm:dir/>
          <dgm:resizeHandles val="exact"/>
        </dgm:presLayoutVars>
      </dgm:prSet>
      <dgm:spPr/>
    </dgm:pt>
    <dgm:pt modelId="{873BFD9A-BBEE-4C5F-B6E6-0A379AC45F4B}" type="pres">
      <dgm:prSet presAssocID="{88CB3E23-F3F0-4621-9A5C-6B89B0028CF2}" presName="dummyMaxCanvas" presStyleCnt="0">
        <dgm:presLayoutVars/>
      </dgm:prSet>
      <dgm:spPr/>
    </dgm:pt>
    <dgm:pt modelId="{484953AE-6F67-4195-9245-62A3312333D2}" type="pres">
      <dgm:prSet presAssocID="{88CB3E23-F3F0-4621-9A5C-6B89B0028CF2}" presName="ThreeNodes_1" presStyleLbl="node1" presStyleIdx="0" presStyleCnt="3">
        <dgm:presLayoutVars>
          <dgm:bulletEnabled val="1"/>
        </dgm:presLayoutVars>
      </dgm:prSet>
      <dgm:spPr/>
    </dgm:pt>
    <dgm:pt modelId="{41E9AE0C-F677-41A2-834C-9CF2119B6AC3}" type="pres">
      <dgm:prSet presAssocID="{88CB3E23-F3F0-4621-9A5C-6B89B0028CF2}" presName="ThreeNodes_2" presStyleLbl="node1" presStyleIdx="1" presStyleCnt="3">
        <dgm:presLayoutVars>
          <dgm:bulletEnabled val="1"/>
        </dgm:presLayoutVars>
      </dgm:prSet>
      <dgm:spPr/>
    </dgm:pt>
    <dgm:pt modelId="{82DF79A8-944A-4E5B-93D1-A8FD0F07EF3D}" type="pres">
      <dgm:prSet presAssocID="{88CB3E23-F3F0-4621-9A5C-6B89B0028CF2}" presName="ThreeNodes_3" presStyleLbl="node1" presStyleIdx="2" presStyleCnt="3">
        <dgm:presLayoutVars>
          <dgm:bulletEnabled val="1"/>
        </dgm:presLayoutVars>
      </dgm:prSet>
      <dgm:spPr/>
    </dgm:pt>
    <dgm:pt modelId="{BC98B45F-1171-4797-85E6-1074CBA59DD8}" type="pres">
      <dgm:prSet presAssocID="{88CB3E23-F3F0-4621-9A5C-6B89B0028CF2}" presName="ThreeConn_1-2" presStyleLbl="fgAccFollowNode1" presStyleIdx="0" presStyleCnt="2">
        <dgm:presLayoutVars>
          <dgm:bulletEnabled val="1"/>
        </dgm:presLayoutVars>
      </dgm:prSet>
      <dgm:spPr/>
    </dgm:pt>
    <dgm:pt modelId="{E3D19FF0-8E43-4537-A346-F3CEA5B2CB78}" type="pres">
      <dgm:prSet presAssocID="{88CB3E23-F3F0-4621-9A5C-6B89B0028CF2}" presName="ThreeConn_2-3" presStyleLbl="fgAccFollowNode1" presStyleIdx="1" presStyleCnt="2">
        <dgm:presLayoutVars>
          <dgm:bulletEnabled val="1"/>
        </dgm:presLayoutVars>
      </dgm:prSet>
      <dgm:spPr/>
    </dgm:pt>
    <dgm:pt modelId="{B14C0205-98D5-4287-8D1F-BEFACD9376DF}" type="pres">
      <dgm:prSet presAssocID="{88CB3E23-F3F0-4621-9A5C-6B89B0028CF2}" presName="ThreeNodes_1_text" presStyleLbl="node1" presStyleIdx="2" presStyleCnt="3">
        <dgm:presLayoutVars>
          <dgm:bulletEnabled val="1"/>
        </dgm:presLayoutVars>
      </dgm:prSet>
      <dgm:spPr/>
    </dgm:pt>
    <dgm:pt modelId="{59907A83-4290-4779-A296-0DB8DD3B8B1F}" type="pres">
      <dgm:prSet presAssocID="{88CB3E23-F3F0-4621-9A5C-6B89B0028CF2}" presName="ThreeNodes_2_text" presStyleLbl="node1" presStyleIdx="2" presStyleCnt="3">
        <dgm:presLayoutVars>
          <dgm:bulletEnabled val="1"/>
        </dgm:presLayoutVars>
      </dgm:prSet>
      <dgm:spPr/>
    </dgm:pt>
    <dgm:pt modelId="{21BD889E-808F-46CC-82C2-C8584B274246}" type="pres">
      <dgm:prSet presAssocID="{88CB3E23-F3F0-4621-9A5C-6B89B0028CF2}" presName="ThreeNodes_3_text" presStyleLbl="node1" presStyleIdx="2" presStyleCnt="3">
        <dgm:presLayoutVars>
          <dgm:bulletEnabled val="1"/>
        </dgm:presLayoutVars>
      </dgm:prSet>
      <dgm:spPr/>
    </dgm:pt>
  </dgm:ptLst>
  <dgm:cxnLst>
    <dgm:cxn modelId="{47F0D114-6DCA-4BA3-92A2-DBD6DB2D1528}" type="presOf" srcId="{88CB3E23-F3F0-4621-9A5C-6B89B0028CF2}" destId="{61B9013A-1580-4C48-8567-6CA6C6A274DF}" srcOrd="0" destOrd="0" presId="urn:microsoft.com/office/officeart/2005/8/layout/vProcess5"/>
    <dgm:cxn modelId="{8398CE1F-BB3C-4841-8826-89AB57344766}" type="presOf" srcId="{83013747-D573-4E54-828A-B5702C12AF14}" destId="{484953AE-6F67-4195-9245-62A3312333D2}" srcOrd="0" destOrd="0" presId="urn:microsoft.com/office/officeart/2005/8/layout/vProcess5"/>
    <dgm:cxn modelId="{A9357621-E2B0-4AA5-A05F-683732688B73}" type="presOf" srcId="{BE120703-A14C-40E5-AA4D-DCE7360B3921}" destId="{82DF79A8-944A-4E5B-93D1-A8FD0F07EF3D}" srcOrd="0" destOrd="0" presId="urn:microsoft.com/office/officeart/2005/8/layout/vProcess5"/>
    <dgm:cxn modelId="{AA97C824-4A74-4A01-A7EF-76F9C2A04444}" type="presOf" srcId="{883D97D4-0FD2-4B08-9D16-770E7D5BDD46}" destId="{E3D19FF0-8E43-4537-A346-F3CEA5B2CB78}" srcOrd="0" destOrd="0" presId="urn:microsoft.com/office/officeart/2005/8/layout/vProcess5"/>
    <dgm:cxn modelId="{A7E74236-8346-4D8C-BA7D-994DBB7C7DD8}" type="presOf" srcId="{3FE1B2C6-F308-4C0F-A72C-8EF353177DE9}" destId="{41E9AE0C-F677-41A2-834C-9CF2119B6AC3}" srcOrd="0" destOrd="0" presId="urn:microsoft.com/office/officeart/2005/8/layout/vProcess5"/>
    <dgm:cxn modelId="{4353475D-965E-4CDB-9442-2FF0E0AE5BCA}" srcId="{88CB3E23-F3F0-4621-9A5C-6B89B0028CF2}" destId="{3FE1B2C6-F308-4C0F-A72C-8EF353177DE9}" srcOrd="1" destOrd="0" parTransId="{0F4A6E4E-4BE2-446C-9210-00497B1E9BD8}" sibTransId="{883D97D4-0FD2-4B08-9D16-770E7D5BDD46}"/>
    <dgm:cxn modelId="{7F31F65D-2EDE-41A5-8C54-D0D77E1E57E2}" type="presOf" srcId="{BE120703-A14C-40E5-AA4D-DCE7360B3921}" destId="{21BD889E-808F-46CC-82C2-C8584B274246}" srcOrd="1" destOrd="0" presId="urn:microsoft.com/office/officeart/2005/8/layout/vProcess5"/>
    <dgm:cxn modelId="{B1EC7C79-0FB4-4840-B89A-639F70950B19}" type="presOf" srcId="{83013747-D573-4E54-828A-B5702C12AF14}" destId="{B14C0205-98D5-4287-8D1F-BEFACD9376DF}" srcOrd="1" destOrd="0" presId="urn:microsoft.com/office/officeart/2005/8/layout/vProcess5"/>
    <dgm:cxn modelId="{DA883CB0-93C6-4AAE-83C9-E6A244883258}" srcId="{88CB3E23-F3F0-4621-9A5C-6B89B0028CF2}" destId="{BE120703-A14C-40E5-AA4D-DCE7360B3921}" srcOrd="2" destOrd="0" parTransId="{A2EB77CC-D9B8-478D-B9DB-EB0863C89F39}" sibTransId="{6F3B5B17-BD0A-481F-AB2E-9030A316420D}"/>
    <dgm:cxn modelId="{6A9EBCC7-70C2-458C-B44B-15F5FB959A9D}" srcId="{88CB3E23-F3F0-4621-9A5C-6B89B0028CF2}" destId="{83013747-D573-4E54-828A-B5702C12AF14}" srcOrd="0" destOrd="0" parTransId="{823F8776-13B5-4BB5-92BA-8B69378CF448}" sibTransId="{80D6E789-C726-45D4-A0E9-D5733F56D319}"/>
    <dgm:cxn modelId="{C2124BE8-5954-47BD-B2A9-80F6277F1A62}" type="presOf" srcId="{3FE1B2C6-F308-4C0F-A72C-8EF353177DE9}" destId="{59907A83-4290-4779-A296-0DB8DD3B8B1F}" srcOrd="1" destOrd="0" presId="urn:microsoft.com/office/officeart/2005/8/layout/vProcess5"/>
    <dgm:cxn modelId="{3CA752E8-DEE6-45BD-8E23-B4AE8C5427D8}" type="presOf" srcId="{80D6E789-C726-45D4-A0E9-D5733F56D319}" destId="{BC98B45F-1171-4797-85E6-1074CBA59DD8}" srcOrd="0" destOrd="0" presId="urn:microsoft.com/office/officeart/2005/8/layout/vProcess5"/>
    <dgm:cxn modelId="{D7ADC1B1-9659-4F88-81BE-5E828E407487}" type="presParOf" srcId="{61B9013A-1580-4C48-8567-6CA6C6A274DF}" destId="{873BFD9A-BBEE-4C5F-B6E6-0A379AC45F4B}" srcOrd="0" destOrd="0" presId="urn:microsoft.com/office/officeart/2005/8/layout/vProcess5"/>
    <dgm:cxn modelId="{38BEA272-D39E-42E3-AB91-CDFE3A70E50E}" type="presParOf" srcId="{61B9013A-1580-4C48-8567-6CA6C6A274DF}" destId="{484953AE-6F67-4195-9245-62A3312333D2}" srcOrd="1" destOrd="0" presId="urn:microsoft.com/office/officeart/2005/8/layout/vProcess5"/>
    <dgm:cxn modelId="{EDCF3423-B1A3-4E23-B310-C4A0FA60C73A}" type="presParOf" srcId="{61B9013A-1580-4C48-8567-6CA6C6A274DF}" destId="{41E9AE0C-F677-41A2-834C-9CF2119B6AC3}" srcOrd="2" destOrd="0" presId="urn:microsoft.com/office/officeart/2005/8/layout/vProcess5"/>
    <dgm:cxn modelId="{527A4BE8-BBB0-455F-873D-33854E98216D}" type="presParOf" srcId="{61B9013A-1580-4C48-8567-6CA6C6A274DF}" destId="{82DF79A8-944A-4E5B-93D1-A8FD0F07EF3D}" srcOrd="3" destOrd="0" presId="urn:microsoft.com/office/officeart/2005/8/layout/vProcess5"/>
    <dgm:cxn modelId="{479B37A3-B0C7-4B03-AA09-4243372EBDE2}" type="presParOf" srcId="{61B9013A-1580-4C48-8567-6CA6C6A274DF}" destId="{BC98B45F-1171-4797-85E6-1074CBA59DD8}" srcOrd="4" destOrd="0" presId="urn:microsoft.com/office/officeart/2005/8/layout/vProcess5"/>
    <dgm:cxn modelId="{B7B91146-0D50-4525-9767-8397128D942F}" type="presParOf" srcId="{61B9013A-1580-4C48-8567-6CA6C6A274DF}" destId="{E3D19FF0-8E43-4537-A346-F3CEA5B2CB78}" srcOrd="5" destOrd="0" presId="urn:microsoft.com/office/officeart/2005/8/layout/vProcess5"/>
    <dgm:cxn modelId="{B94136C1-885F-4B56-80FC-B9B288CBD2B3}" type="presParOf" srcId="{61B9013A-1580-4C48-8567-6CA6C6A274DF}" destId="{B14C0205-98D5-4287-8D1F-BEFACD9376DF}" srcOrd="6" destOrd="0" presId="urn:microsoft.com/office/officeart/2005/8/layout/vProcess5"/>
    <dgm:cxn modelId="{C0A5FC57-706B-47F7-B1AD-DD58869FC1D1}" type="presParOf" srcId="{61B9013A-1580-4C48-8567-6CA6C6A274DF}" destId="{59907A83-4290-4779-A296-0DB8DD3B8B1F}" srcOrd="7" destOrd="0" presId="urn:microsoft.com/office/officeart/2005/8/layout/vProcess5"/>
    <dgm:cxn modelId="{B60EFF72-E659-4BC2-8ADE-A81CB64E2B69}" type="presParOf" srcId="{61B9013A-1580-4C48-8567-6CA6C6A274DF}" destId="{21BD889E-808F-46CC-82C2-C8584B274246}" srcOrd="8" destOrd="0" presId="urn:microsoft.com/office/officeart/2005/8/layout/vProcess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19D59D-A3F3-4E51-BF24-43E67132D8E1}"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9C89CD25-A4BC-474B-BDEC-3EB150D4B3FB}">
      <dgm:prSet/>
      <dgm:spPr/>
      <dgm:t>
        <a:bodyPr/>
        <a:lstStyle/>
        <a:p>
          <a:r>
            <a:rPr lang="en-US" dirty="0"/>
            <a:t>Applications from Europe and Africa have a higher chance of getting certified, </a:t>
          </a:r>
          <a:r>
            <a:rPr lang="en-US" b="0" i="0" dirty="0"/>
            <a:t>with 79% and 72%, respectively</a:t>
          </a:r>
          <a:r>
            <a:rPr lang="en-US" dirty="0"/>
            <a:t>.</a:t>
          </a:r>
        </a:p>
      </dgm:t>
    </dgm:pt>
    <dgm:pt modelId="{B87B44E1-E74A-4BC9-AF49-16EBCA095471}" type="parTrans" cxnId="{2FA525AF-8871-4F35-9AD0-5090D1B1092E}">
      <dgm:prSet/>
      <dgm:spPr/>
      <dgm:t>
        <a:bodyPr/>
        <a:lstStyle/>
        <a:p>
          <a:endParaRPr lang="en-US"/>
        </a:p>
      </dgm:t>
    </dgm:pt>
    <dgm:pt modelId="{04B669CF-F8DE-49AE-8741-B85C7AB67ED1}" type="sibTrans" cxnId="{2FA525AF-8871-4F35-9AD0-5090D1B1092E}">
      <dgm:prSet/>
      <dgm:spPr/>
      <dgm:t>
        <a:bodyPr/>
        <a:lstStyle/>
        <a:p>
          <a:endParaRPr lang="en-US"/>
        </a:p>
      </dgm:t>
    </dgm:pt>
    <dgm:pt modelId="{484CE53D-A76B-4845-872A-BC77EF026702}">
      <dgm:prSet/>
      <dgm:spPr/>
      <dgm:t>
        <a:bodyPr/>
        <a:lstStyle/>
        <a:p>
          <a:r>
            <a:rPr lang="en-US"/>
            <a:t>Asia has the third-highest percentage (Around 60%) of visa certification and has the highest number of applications.</a:t>
          </a:r>
        </a:p>
      </dgm:t>
    </dgm:pt>
    <dgm:pt modelId="{CA5969A4-8621-40C4-BB67-AB977F072E39}" type="parTrans" cxnId="{4711FA9B-869C-43B1-ACD7-CDA0179EEF51}">
      <dgm:prSet/>
      <dgm:spPr/>
      <dgm:t>
        <a:bodyPr/>
        <a:lstStyle/>
        <a:p>
          <a:endParaRPr lang="en-US"/>
        </a:p>
      </dgm:t>
    </dgm:pt>
    <dgm:pt modelId="{DD1C3FEB-86EB-491B-B689-D7B7FC31A343}" type="sibTrans" cxnId="{4711FA9B-869C-43B1-ACD7-CDA0179EEF51}">
      <dgm:prSet/>
      <dgm:spPr/>
      <dgm:t>
        <a:bodyPr/>
        <a:lstStyle/>
        <a:p>
          <a:endParaRPr lang="en-US"/>
        </a:p>
      </dgm:t>
    </dgm:pt>
    <dgm:pt modelId="{0D6C299D-1ED0-4908-A8A4-25494EF6E564}">
      <dgm:prSet/>
      <dgm:spPr/>
      <dgm:t>
        <a:bodyPr/>
        <a:lstStyle/>
        <a:p>
          <a:r>
            <a:rPr lang="en-US"/>
            <a:t>The continent of South America has the lowest rate at 58%.</a:t>
          </a:r>
        </a:p>
      </dgm:t>
    </dgm:pt>
    <dgm:pt modelId="{54A79260-D723-476A-AF38-BECFF193D9BB}" type="parTrans" cxnId="{5F8A5BE4-79F5-44AE-8FB1-B2C327C6EA48}">
      <dgm:prSet/>
      <dgm:spPr/>
      <dgm:t>
        <a:bodyPr/>
        <a:lstStyle/>
        <a:p>
          <a:endParaRPr lang="en-US"/>
        </a:p>
      </dgm:t>
    </dgm:pt>
    <dgm:pt modelId="{D37309BC-7581-4E31-84F3-CB8F5AA0C31E}" type="sibTrans" cxnId="{5F8A5BE4-79F5-44AE-8FB1-B2C327C6EA48}">
      <dgm:prSet/>
      <dgm:spPr/>
      <dgm:t>
        <a:bodyPr/>
        <a:lstStyle/>
        <a:p>
          <a:endParaRPr lang="en-US"/>
        </a:p>
      </dgm:t>
    </dgm:pt>
    <dgm:pt modelId="{687D72C1-3CBF-4CF2-9A45-D780F52BA944}" type="pres">
      <dgm:prSet presAssocID="{3419D59D-A3F3-4E51-BF24-43E67132D8E1}" presName="diagram" presStyleCnt="0">
        <dgm:presLayoutVars>
          <dgm:dir/>
          <dgm:resizeHandles val="exact"/>
        </dgm:presLayoutVars>
      </dgm:prSet>
      <dgm:spPr/>
    </dgm:pt>
    <dgm:pt modelId="{98E6FD4F-CA11-41F7-AD06-465A5AFC26A6}" type="pres">
      <dgm:prSet presAssocID="{9C89CD25-A4BC-474B-BDEC-3EB150D4B3FB}" presName="node" presStyleLbl="node1" presStyleIdx="0" presStyleCnt="3">
        <dgm:presLayoutVars>
          <dgm:bulletEnabled val="1"/>
        </dgm:presLayoutVars>
      </dgm:prSet>
      <dgm:spPr/>
    </dgm:pt>
    <dgm:pt modelId="{CC095DD4-7A78-4EAE-ACB1-07E73B3C5091}" type="pres">
      <dgm:prSet presAssocID="{04B669CF-F8DE-49AE-8741-B85C7AB67ED1}" presName="sibTrans" presStyleLbl="sibTrans2D1" presStyleIdx="0" presStyleCnt="2"/>
      <dgm:spPr/>
    </dgm:pt>
    <dgm:pt modelId="{9AB092EF-0BB1-42FE-9D2E-534954BE1079}" type="pres">
      <dgm:prSet presAssocID="{04B669CF-F8DE-49AE-8741-B85C7AB67ED1}" presName="connectorText" presStyleLbl="sibTrans2D1" presStyleIdx="0" presStyleCnt="2"/>
      <dgm:spPr/>
    </dgm:pt>
    <dgm:pt modelId="{3AF1D2E3-0D41-4D14-80ED-B8F3C5C98C85}" type="pres">
      <dgm:prSet presAssocID="{484CE53D-A76B-4845-872A-BC77EF026702}" presName="node" presStyleLbl="node1" presStyleIdx="1" presStyleCnt="3">
        <dgm:presLayoutVars>
          <dgm:bulletEnabled val="1"/>
        </dgm:presLayoutVars>
      </dgm:prSet>
      <dgm:spPr/>
    </dgm:pt>
    <dgm:pt modelId="{771BEFB5-43A2-4073-8FB7-01D177189CE7}" type="pres">
      <dgm:prSet presAssocID="{DD1C3FEB-86EB-491B-B689-D7B7FC31A343}" presName="sibTrans" presStyleLbl="sibTrans2D1" presStyleIdx="1" presStyleCnt="2"/>
      <dgm:spPr/>
    </dgm:pt>
    <dgm:pt modelId="{8FC4A581-C58C-45CE-B0B9-1FA0843B1476}" type="pres">
      <dgm:prSet presAssocID="{DD1C3FEB-86EB-491B-B689-D7B7FC31A343}" presName="connectorText" presStyleLbl="sibTrans2D1" presStyleIdx="1" presStyleCnt="2"/>
      <dgm:spPr/>
    </dgm:pt>
    <dgm:pt modelId="{2A81D203-B45F-4AFB-83E4-A98995E3F1B0}" type="pres">
      <dgm:prSet presAssocID="{0D6C299D-1ED0-4908-A8A4-25494EF6E564}" presName="node" presStyleLbl="node1" presStyleIdx="2" presStyleCnt="3">
        <dgm:presLayoutVars>
          <dgm:bulletEnabled val="1"/>
        </dgm:presLayoutVars>
      </dgm:prSet>
      <dgm:spPr/>
    </dgm:pt>
  </dgm:ptLst>
  <dgm:cxnLst>
    <dgm:cxn modelId="{93D8C40B-59D7-41DC-AA61-697EFACF61BE}" type="presOf" srcId="{9C89CD25-A4BC-474B-BDEC-3EB150D4B3FB}" destId="{98E6FD4F-CA11-41F7-AD06-465A5AFC26A6}" srcOrd="0" destOrd="0" presId="urn:microsoft.com/office/officeart/2005/8/layout/process5"/>
    <dgm:cxn modelId="{CFD23D0F-3F4C-4849-AD55-48E3644D617C}" type="presOf" srcId="{04B669CF-F8DE-49AE-8741-B85C7AB67ED1}" destId="{9AB092EF-0BB1-42FE-9D2E-534954BE1079}" srcOrd="1" destOrd="0" presId="urn:microsoft.com/office/officeart/2005/8/layout/process5"/>
    <dgm:cxn modelId="{72862C3B-EFAC-479E-8CB4-12AA85304584}" type="presOf" srcId="{DD1C3FEB-86EB-491B-B689-D7B7FC31A343}" destId="{8FC4A581-C58C-45CE-B0B9-1FA0843B1476}" srcOrd="1" destOrd="0" presId="urn:microsoft.com/office/officeart/2005/8/layout/process5"/>
    <dgm:cxn modelId="{51BDB96F-1952-4E02-8363-06FC9A74B6AF}" type="presOf" srcId="{04B669CF-F8DE-49AE-8741-B85C7AB67ED1}" destId="{CC095DD4-7A78-4EAE-ACB1-07E73B3C5091}" srcOrd="0" destOrd="0" presId="urn:microsoft.com/office/officeart/2005/8/layout/process5"/>
    <dgm:cxn modelId="{12FB8058-E72B-4C00-B1FA-2726EA78DCB2}" type="presOf" srcId="{DD1C3FEB-86EB-491B-B689-D7B7FC31A343}" destId="{771BEFB5-43A2-4073-8FB7-01D177189CE7}" srcOrd="0" destOrd="0" presId="urn:microsoft.com/office/officeart/2005/8/layout/process5"/>
    <dgm:cxn modelId="{0C030D59-1679-4536-A2ED-F3135B8EB797}" type="presOf" srcId="{0D6C299D-1ED0-4908-A8A4-25494EF6E564}" destId="{2A81D203-B45F-4AFB-83E4-A98995E3F1B0}" srcOrd="0" destOrd="0" presId="urn:microsoft.com/office/officeart/2005/8/layout/process5"/>
    <dgm:cxn modelId="{4711FA9B-869C-43B1-ACD7-CDA0179EEF51}" srcId="{3419D59D-A3F3-4E51-BF24-43E67132D8E1}" destId="{484CE53D-A76B-4845-872A-BC77EF026702}" srcOrd="1" destOrd="0" parTransId="{CA5969A4-8621-40C4-BB67-AB977F072E39}" sibTransId="{DD1C3FEB-86EB-491B-B689-D7B7FC31A343}"/>
    <dgm:cxn modelId="{2FA525AF-8871-4F35-9AD0-5090D1B1092E}" srcId="{3419D59D-A3F3-4E51-BF24-43E67132D8E1}" destId="{9C89CD25-A4BC-474B-BDEC-3EB150D4B3FB}" srcOrd="0" destOrd="0" parTransId="{B87B44E1-E74A-4BC9-AF49-16EBCA095471}" sibTransId="{04B669CF-F8DE-49AE-8741-B85C7AB67ED1}"/>
    <dgm:cxn modelId="{1A0382C8-23F3-4122-A054-66BAF931109B}" type="presOf" srcId="{484CE53D-A76B-4845-872A-BC77EF026702}" destId="{3AF1D2E3-0D41-4D14-80ED-B8F3C5C98C85}" srcOrd="0" destOrd="0" presId="urn:microsoft.com/office/officeart/2005/8/layout/process5"/>
    <dgm:cxn modelId="{1EA6E3D0-C659-4DA0-92B4-72368D1739AE}" type="presOf" srcId="{3419D59D-A3F3-4E51-BF24-43E67132D8E1}" destId="{687D72C1-3CBF-4CF2-9A45-D780F52BA944}" srcOrd="0" destOrd="0" presId="urn:microsoft.com/office/officeart/2005/8/layout/process5"/>
    <dgm:cxn modelId="{5F8A5BE4-79F5-44AE-8FB1-B2C327C6EA48}" srcId="{3419D59D-A3F3-4E51-BF24-43E67132D8E1}" destId="{0D6C299D-1ED0-4908-A8A4-25494EF6E564}" srcOrd="2" destOrd="0" parTransId="{54A79260-D723-476A-AF38-BECFF193D9BB}" sibTransId="{D37309BC-7581-4E31-84F3-CB8F5AA0C31E}"/>
    <dgm:cxn modelId="{8391867B-40C2-474F-9CA5-B344E5D2479D}" type="presParOf" srcId="{687D72C1-3CBF-4CF2-9A45-D780F52BA944}" destId="{98E6FD4F-CA11-41F7-AD06-465A5AFC26A6}" srcOrd="0" destOrd="0" presId="urn:microsoft.com/office/officeart/2005/8/layout/process5"/>
    <dgm:cxn modelId="{9F600FC5-1A89-4ADB-BDDE-CDF92C91E360}" type="presParOf" srcId="{687D72C1-3CBF-4CF2-9A45-D780F52BA944}" destId="{CC095DD4-7A78-4EAE-ACB1-07E73B3C5091}" srcOrd="1" destOrd="0" presId="urn:microsoft.com/office/officeart/2005/8/layout/process5"/>
    <dgm:cxn modelId="{04A2F886-DC97-4634-AC87-8BCFCD39F2C7}" type="presParOf" srcId="{CC095DD4-7A78-4EAE-ACB1-07E73B3C5091}" destId="{9AB092EF-0BB1-42FE-9D2E-534954BE1079}" srcOrd="0" destOrd="0" presId="urn:microsoft.com/office/officeart/2005/8/layout/process5"/>
    <dgm:cxn modelId="{B37FB3EB-7D24-4160-BBD6-97B26A4B6059}" type="presParOf" srcId="{687D72C1-3CBF-4CF2-9A45-D780F52BA944}" destId="{3AF1D2E3-0D41-4D14-80ED-B8F3C5C98C85}" srcOrd="2" destOrd="0" presId="urn:microsoft.com/office/officeart/2005/8/layout/process5"/>
    <dgm:cxn modelId="{0F08F086-6B69-4242-AC92-88DF67989D4A}" type="presParOf" srcId="{687D72C1-3CBF-4CF2-9A45-D780F52BA944}" destId="{771BEFB5-43A2-4073-8FB7-01D177189CE7}" srcOrd="3" destOrd="0" presId="urn:microsoft.com/office/officeart/2005/8/layout/process5"/>
    <dgm:cxn modelId="{C839345B-E6BB-4F12-B099-F4E6549E1BD1}" type="presParOf" srcId="{771BEFB5-43A2-4073-8FB7-01D177189CE7}" destId="{8FC4A581-C58C-45CE-B0B9-1FA0843B1476}" srcOrd="0" destOrd="0" presId="urn:microsoft.com/office/officeart/2005/8/layout/process5"/>
    <dgm:cxn modelId="{E6975C42-A193-4D9E-A1F6-48AD3FDC3CEA}" type="presParOf" srcId="{687D72C1-3CBF-4CF2-9A45-D780F52BA944}" destId="{2A81D203-B45F-4AFB-83E4-A98995E3F1B0}" srcOrd="4"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5B28EA6-900A-4E00-8CA3-3E09E5BBC96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DEA4D72-CA86-4849-8E8E-0130372FF07F}">
      <dgm:prSet/>
      <dgm:spPr/>
      <dgm:t>
        <a:bodyPr/>
        <a:lstStyle/>
        <a:p>
          <a:r>
            <a:rPr lang="en-US"/>
            <a:t>Education seems to have a positive relationship with the certification of a visa; the higher the education, the higher the chances of a visa getting certified.</a:t>
          </a:r>
        </a:p>
      </dgm:t>
    </dgm:pt>
    <dgm:pt modelId="{7C8DC582-5B83-45CD-A47C-5E217C937897}" type="parTrans" cxnId="{A29D7920-775C-4513-9D23-511C8BA8B256}">
      <dgm:prSet/>
      <dgm:spPr/>
      <dgm:t>
        <a:bodyPr/>
        <a:lstStyle/>
        <a:p>
          <a:endParaRPr lang="en-US"/>
        </a:p>
      </dgm:t>
    </dgm:pt>
    <dgm:pt modelId="{DE795840-B67D-4C5F-898A-5814040DD96B}" type="sibTrans" cxnId="{A29D7920-775C-4513-9D23-511C8BA8B256}">
      <dgm:prSet/>
      <dgm:spPr/>
      <dgm:t>
        <a:bodyPr/>
        <a:lstStyle/>
        <a:p>
          <a:endParaRPr lang="en-US"/>
        </a:p>
      </dgm:t>
    </dgm:pt>
    <dgm:pt modelId="{CBFA6B78-EDA1-49DF-9CE7-53796C7BFA8A}">
      <dgm:prSet/>
      <dgm:spPr/>
      <dgm:t>
        <a:bodyPr/>
        <a:lstStyle/>
        <a:p>
          <a:r>
            <a:rPr lang="en-US"/>
            <a:t>Around 85% of the visa applications got certified for the applicants with a Doctorate. While 80% of the visa applications got certified for the applicants with a Master's degree.</a:t>
          </a:r>
        </a:p>
      </dgm:t>
    </dgm:pt>
    <dgm:pt modelId="{0BDAB2F6-1866-41EC-904C-C2CD10CE54AE}" type="parTrans" cxnId="{A3E6F509-46F3-470B-9367-B7B5D9824BDE}">
      <dgm:prSet/>
      <dgm:spPr/>
      <dgm:t>
        <a:bodyPr/>
        <a:lstStyle/>
        <a:p>
          <a:endParaRPr lang="en-US"/>
        </a:p>
      </dgm:t>
    </dgm:pt>
    <dgm:pt modelId="{99AFD4A9-CD73-497A-8A23-3EE64F38013F}" type="sibTrans" cxnId="{A3E6F509-46F3-470B-9367-B7B5D9824BDE}">
      <dgm:prSet/>
      <dgm:spPr/>
      <dgm:t>
        <a:bodyPr/>
        <a:lstStyle/>
        <a:p>
          <a:endParaRPr lang="en-US"/>
        </a:p>
      </dgm:t>
    </dgm:pt>
    <dgm:pt modelId="{992C91A8-3A27-4FF0-AF6E-45840E844C93}">
      <dgm:prSet/>
      <dgm:spPr/>
      <dgm:t>
        <a:bodyPr/>
        <a:lstStyle/>
        <a:p>
          <a:r>
            <a:rPr lang="en-US"/>
            <a:t>Around 60% of the visa applications got certified for applicants with Bachelor's degrees.</a:t>
          </a:r>
        </a:p>
      </dgm:t>
    </dgm:pt>
    <dgm:pt modelId="{2FB02C4F-D230-4897-89FF-C97E51BBF1AC}" type="parTrans" cxnId="{C2BD1160-E923-4CE0-ACAD-E96BA1CBB78B}">
      <dgm:prSet/>
      <dgm:spPr/>
      <dgm:t>
        <a:bodyPr/>
        <a:lstStyle/>
        <a:p>
          <a:endParaRPr lang="en-US"/>
        </a:p>
      </dgm:t>
    </dgm:pt>
    <dgm:pt modelId="{4A37A492-84AA-4F76-AD42-723404D826B9}" type="sibTrans" cxnId="{C2BD1160-E923-4CE0-ACAD-E96BA1CBB78B}">
      <dgm:prSet/>
      <dgm:spPr/>
      <dgm:t>
        <a:bodyPr/>
        <a:lstStyle/>
        <a:p>
          <a:endParaRPr lang="en-US"/>
        </a:p>
      </dgm:t>
    </dgm:pt>
    <dgm:pt modelId="{1756DCF9-3BFF-494D-97CF-428B7DA50B63}">
      <dgm:prSet/>
      <dgm:spPr/>
      <dgm:t>
        <a:bodyPr/>
        <a:lstStyle/>
        <a:p>
          <a:r>
            <a:rPr lang="en-US"/>
            <a:t>Applicants who do not have a degree and have graduated from high school are more likely to have their applications denied.</a:t>
          </a:r>
        </a:p>
      </dgm:t>
    </dgm:pt>
    <dgm:pt modelId="{70AC4BFF-B929-4782-A164-5C3B2188C204}" type="parTrans" cxnId="{2A762DE2-F971-43BD-83D2-0AC5B1A86FA8}">
      <dgm:prSet/>
      <dgm:spPr/>
      <dgm:t>
        <a:bodyPr/>
        <a:lstStyle/>
        <a:p>
          <a:endParaRPr lang="en-US"/>
        </a:p>
      </dgm:t>
    </dgm:pt>
    <dgm:pt modelId="{E13473FD-4110-4C56-BEAF-CD0F5BA04350}" type="sibTrans" cxnId="{2A762DE2-F971-43BD-83D2-0AC5B1A86FA8}">
      <dgm:prSet/>
      <dgm:spPr/>
      <dgm:t>
        <a:bodyPr/>
        <a:lstStyle/>
        <a:p>
          <a:endParaRPr lang="en-US"/>
        </a:p>
      </dgm:t>
    </dgm:pt>
    <dgm:pt modelId="{A7101244-C70A-45C9-B18E-C00A21FF3AEF}" type="pres">
      <dgm:prSet presAssocID="{B5B28EA6-900A-4E00-8CA3-3E09E5BBC96C}" presName="linear" presStyleCnt="0">
        <dgm:presLayoutVars>
          <dgm:animLvl val="lvl"/>
          <dgm:resizeHandles val="exact"/>
        </dgm:presLayoutVars>
      </dgm:prSet>
      <dgm:spPr/>
    </dgm:pt>
    <dgm:pt modelId="{9DFC5CB2-B4DB-45D8-BAE4-87AB30BE60EC}" type="pres">
      <dgm:prSet presAssocID="{6DEA4D72-CA86-4849-8E8E-0130372FF07F}" presName="parentText" presStyleLbl="node1" presStyleIdx="0" presStyleCnt="4">
        <dgm:presLayoutVars>
          <dgm:chMax val="0"/>
          <dgm:bulletEnabled val="1"/>
        </dgm:presLayoutVars>
      </dgm:prSet>
      <dgm:spPr/>
    </dgm:pt>
    <dgm:pt modelId="{0021DC4C-03FF-43B7-9C62-73E26F123B55}" type="pres">
      <dgm:prSet presAssocID="{DE795840-B67D-4C5F-898A-5814040DD96B}" presName="spacer" presStyleCnt="0"/>
      <dgm:spPr/>
    </dgm:pt>
    <dgm:pt modelId="{79FEBC30-625E-4F51-B4BF-180DB3635D48}" type="pres">
      <dgm:prSet presAssocID="{CBFA6B78-EDA1-49DF-9CE7-53796C7BFA8A}" presName="parentText" presStyleLbl="node1" presStyleIdx="1" presStyleCnt="4">
        <dgm:presLayoutVars>
          <dgm:chMax val="0"/>
          <dgm:bulletEnabled val="1"/>
        </dgm:presLayoutVars>
      </dgm:prSet>
      <dgm:spPr/>
    </dgm:pt>
    <dgm:pt modelId="{4A274DA1-821A-4299-9089-BFB6E110C5CB}" type="pres">
      <dgm:prSet presAssocID="{99AFD4A9-CD73-497A-8A23-3EE64F38013F}" presName="spacer" presStyleCnt="0"/>
      <dgm:spPr/>
    </dgm:pt>
    <dgm:pt modelId="{E7BBC00A-4F46-40FA-813B-82654AEDA14C}" type="pres">
      <dgm:prSet presAssocID="{992C91A8-3A27-4FF0-AF6E-45840E844C93}" presName="parentText" presStyleLbl="node1" presStyleIdx="2" presStyleCnt="4">
        <dgm:presLayoutVars>
          <dgm:chMax val="0"/>
          <dgm:bulletEnabled val="1"/>
        </dgm:presLayoutVars>
      </dgm:prSet>
      <dgm:spPr/>
    </dgm:pt>
    <dgm:pt modelId="{10F7F69A-D182-4E67-9FAE-7D2BD6D3DA6E}" type="pres">
      <dgm:prSet presAssocID="{4A37A492-84AA-4F76-AD42-723404D826B9}" presName="spacer" presStyleCnt="0"/>
      <dgm:spPr/>
    </dgm:pt>
    <dgm:pt modelId="{51DEC869-833F-4329-A073-EFAC5CD7FE29}" type="pres">
      <dgm:prSet presAssocID="{1756DCF9-3BFF-494D-97CF-428B7DA50B63}" presName="parentText" presStyleLbl="node1" presStyleIdx="3" presStyleCnt="4">
        <dgm:presLayoutVars>
          <dgm:chMax val="0"/>
          <dgm:bulletEnabled val="1"/>
        </dgm:presLayoutVars>
      </dgm:prSet>
      <dgm:spPr/>
    </dgm:pt>
  </dgm:ptLst>
  <dgm:cxnLst>
    <dgm:cxn modelId="{A3E6F509-46F3-470B-9367-B7B5D9824BDE}" srcId="{B5B28EA6-900A-4E00-8CA3-3E09E5BBC96C}" destId="{CBFA6B78-EDA1-49DF-9CE7-53796C7BFA8A}" srcOrd="1" destOrd="0" parTransId="{0BDAB2F6-1866-41EC-904C-C2CD10CE54AE}" sibTransId="{99AFD4A9-CD73-497A-8A23-3EE64F38013F}"/>
    <dgm:cxn modelId="{A29D7920-775C-4513-9D23-511C8BA8B256}" srcId="{B5B28EA6-900A-4E00-8CA3-3E09E5BBC96C}" destId="{6DEA4D72-CA86-4849-8E8E-0130372FF07F}" srcOrd="0" destOrd="0" parTransId="{7C8DC582-5B83-45CD-A47C-5E217C937897}" sibTransId="{DE795840-B67D-4C5F-898A-5814040DD96B}"/>
    <dgm:cxn modelId="{3F201F2C-16A2-4B97-A6B4-83CD23FC2D6A}" type="presOf" srcId="{B5B28EA6-900A-4E00-8CA3-3E09E5BBC96C}" destId="{A7101244-C70A-45C9-B18E-C00A21FF3AEF}" srcOrd="0" destOrd="0" presId="urn:microsoft.com/office/officeart/2005/8/layout/vList2"/>
    <dgm:cxn modelId="{C2BD1160-E923-4CE0-ACAD-E96BA1CBB78B}" srcId="{B5B28EA6-900A-4E00-8CA3-3E09E5BBC96C}" destId="{992C91A8-3A27-4FF0-AF6E-45840E844C93}" srcOrd="2" destOrd="0" parTransId="{2FB02C4F-D230-4897-89FF-C97E51BBF1AC}" sibTransId="{4A37A492-84AA-4F76-AD42-723404D826B9}"/>
    <dgm:cxn modelId="{49352E55-F6A4-4470-A5FB-C9891F356984}" type="presOf" srcId="{992C91A8-3A27-4FF0-AF6E-45840E844C93}" destId="{E7BBC00A-4F46-40FA-813B-82654AEDA14C}" srcOrd="0" destOrd="0" presId="urn:microsoft.com/office/officeart/2005/8/layout/vList2"/>
    <dgm:cxn modelId="{BAD18155-1293-44D6-808C-B9FD71F0B9D0}" type="presOf" srcId="{1756DCF9-3BFF-494D-97CF-428B7DA50B63}" destId="{51DEC869-833F-4329-A073-EFAC5CD7FE29}" srcOrd="0" destOrd="0" presId="urn:microsoft.com/office/officeart/2005/8/layout/vList2"/>
    <dgm:cxn modelId="{E9375C7E-6292-4A5F-B7F0-C7D29D2F2C38}" type="presOf" srcId="{6DEA4D72-CA86-4849-8E8E-0130372FF07F}" destId="{9DFC5CB2-B4DB-45D8-BAE4-87AB30BE60EC}" srcOrd="0" destOrd="0" presId="urn:microsoft.com/office/officeart/2005/8/layout/vList2"/>
    <dgm:cxn modelId="{52D59AA5-5805-46E6-A1C8-EBB1A3EC535A}" type="presOf" srcId="{CBFA6B78-EDA1-49DF-9CE7-53796C7BFA8A}" destId="{79FEBC30-625E-4F51-B4BF-180DB3635D48}" srcOrd="0" destOrd="0" presId="urn:microsoft.com/office/officeart/2005/8/layout/vList2"/>
    <dgm:cxn modelId="{2A762DE2-F971-43BD-83D2-0AC5B1A86FA8}" srcId="{B5B28EA6-900A-4E00-8CA3-3E09E5BBC96C}" destId="{1756DCF9-3BFF-494D-97CF-428B7DA50B63}" srcOrd="3" destOrd="0" parTransId="{70AC4BFF-B929-4782-A164-5C3B2188C204}" sibTransId="{E13473FD-4110-4C56-BEAF-CD0F5BA04350}"/>
    <dgm:cxn modelId="{F59DB33B-4142-4C2F-AA10-C2D98F594499}" type="presParOf" srcId="{A7101244-C70A-45C9-B18E-C00A21FF3AEF}" destId="{9DFC5CB2-B4DB-45D8-BAE4-87AB30BE60EC}" srcOrd="0" destOrd="0" presId="urn:microsoft.com/office/officeart/2005/8/layout/vList2"/>
    <dgm:cxn modelId="{82054503-13B2-4EDA-AF56-1A067C07E3E9}" type="presParOf" srcId="{A7101244-C70A-45C9-B18E-C00A21FF3AEF}" destId="{0021DC4C-03FF-43B7-9C62-73E26F123B55}" srcOrd="1" destOrd="0" presId="urn:microsoft.com/office/officeart/2005/8/layout/vList2"/>
    <dgm:cxn modelId="{A0947D23-8A70-489D-AA0A-F66B5A53963D}" type="presParOf" srcId="{A7101244-C70A-45C9-B18E-C00A21FF3AEF}" destId="{79FEBC30-625E-4F51-B4BF-180DB3635D48}" srcOrd="2" destOrd="0" presId="urn:microsoft.com/office/officeart/2005/8/layout/vList2"/>
    <dgm:cxn modelId="{07B34C11-84CB-4181-8259-DB9DD00A8E63}" type="presParOf" srcId="{A7101244-C70A-45C9-B18E-C00A21FF3AEF}" destId="{4A274DA1-821A-4299-9089-BFB6E110C5CB}" srcOrd="3" destOrd="0" presId="urn:microsoft.com/office/officeart/2005/8/layout/vList2"/>
    <dgm:cxn modelId="{8148B432-ECF0-47FF-8D22-46415C43EC42}" type="presParOf" srcId="{A7101244-C70A-45C9-B18E-C00A21FF3AEF}" destId="{E7BBC00A-4F46-40FA-813B-82654AEDA14C}" srcOrd="4" destOrd="0" presId="urn:microsoft.com/office/officeart/2005/8/layout/vList2"/>
    <dgm:cxn modelId="{ADA37750-2EAA-417F-BCA2-6359E27B3E90}" type="presParOf" srcId="{A7101244-C70A-45C9-B18E-C00A21FF3AEF}" destId="{10F7F69A-D182-4E67-9FAE-7D2BD6D3DA6E}" srcOrd="5" destOrd="0" presId="urn:microsoft.com/office/officeart/2005/8/layout/vList2"/>
    <dgm:cxn modelId="{034DFEA7-7EE3-4BA3-BCB4-637A40B7462C}" type="presParOf" srcId="{A7101244-C70A-45C9-B18E-C00A21FF3AEF}" destId="{51DEC869-833F-4329-A073-EFAC5CD7FE29}"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37BF4CA-7FE4-4A6A-8286-C6384BFCF17B}"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916B253A-2852-4148-AD21-6C6D7D68B520}">
      <dgm:prSet/>
      <dgm:spPr/>
      <dgm:t>
        <a:bodyPr/>
        <a:lstStyle/>
        <a:p>
          <a:r>
            <a:rPr lang="en-US"/>
            <a:t>There were no null and duplicate values in the dataset.</a:t>
          </a:r>
        </a:p>
      </dgm:t>
    </dgm:pt>
    <dgm:pt modelId="{FDFFE0DF-6A39-4F91-9C94-CDF29DABBE33}" type="parTrans" cxnId="{792D914F-36DB-4DA7-8BDA-0B338F875260}">
      <dgm:prSet/>
      <dgm:spPr/>
      <dgm:t>
        <a:bodyPr/>
        <a:lstStyle/>
        <a:p>
          <a:endParaRPr lang="en-US"/>
        </a:p>
      </dgm:t>
    </dgm:pt>
    <dgm:pt modelId="{8355FA41-3400-4512-B0E8-E716CB701AB7}" type="sibTrans" cxnId="{792D914F-36DB-4DA7-8BDA-0B338F875260}">
      <dgm:prSet/>
      <dgm:spPr/>
      <dgm:t>
        <a:bodyPr/>
        <a:lstStyle/>
        <a:p>
          <a:endParaRPr lang="en-US"/>
        </a:p>
      </dgm:t>
    </dgm:pt>
    <dgm:pt modelId="{A0622BC3-F4AA-4613-995D-CC6080BF1DBC}">
      <dgm:prSet/>
      <dgm:spPr/>
      <dgm:t>
        <a:bodyPr/>
        <a:lstStyle/>
        <a:p>
          <a:r>
            <a:rPr lang="en-US"/>
            <a:t>The case_id column was dropped from the dataset since all the values in that column were unique.</a:t>
          </a:r>
        </a:p>
      </dgm:t>
    </dgm:pt>
    <dgm:pt modelId="{A149473D-8D1A-4C82-A617-9393899E8AC2}" type="parTrans" cxnId="{76A8FC20-2B96-4990-8BEF-632933B0E7B9}">
      <dgm:prSet/>
      <dgm:spPr/>
      <dgm:t>
        <a:bodyPr/>
        <a:lstStyle/>
        <a:p>
          <a:endParaRPr lang="en-US"/>
        </a:p>
      </dgm:t>
    </dgm:pt>
    <dgm:pt modelId="{D4E09401-7C85-4023-BBBB-8EF47F8BCF54}" type="sibTrans" cxnId="{76A8FC20-2B96-4990-8BEF-632933B0E7B9}">
      <dgm:prSet/>
      <dgm:spPr/>
      <dgm:t>
        <a:bodyPr/>
        <a:lstStyle/>
        <a:p>
          <a:endParaRPr lang="en-US"/>
        </a:p>
      </dgm:t>
    </dgm:pt>
    <dgm:pt modelId="{9A125EEA-0410-43CE-AA78-4550EF442561}">
      <dgm:prSet/>
      <dgm:spPr/>
      <dgm:t>
        <a:bodyPr/>
        <a:lstStyle/>
        <a:p>
          <a:r>
            <a:rPr lang="en-US"/>
            <a:t>There were some negative values in the number of employees column, which were replaced by their absolute values.</a:t>
          </a:r>
        </a:p>
      </dgm:t>
    </dgm:pt>
    <dgm:pt modelId="{C28DEEDD-23B9-4CFB-82D0-79B9E61B2422}" type="parTrans" cxnId="{757A65D3-A901-4AD4-9647-7E1102F7EA4F}">
      <dgm:prSet/>
      <dgm:spPr/>
      <dgm:t>
        <a:bodyPr/>
        <a:lstStyle/>
        <a:p>
          <a:endParaRPr lang="en-US"/>
        </a:p>
      </dgm:t>
    </dgm:pt>
    <dgm:pt modelId="{269AB6E9-2C9F-4CAF-9985-3F981F4932CD}" type="sibTrans" cxnId="{757A65D3-A901-4AD4-9647-7E1102F7EA4F}">
      <dgm:prSet/>
      <dgm:spPr/>
      <dgm:t>
        <a:bodyPr/>
        <a:lstStyle/>
        <a:p>
          <a:endParaRPr lang="en-US"/>
        </a:p>
      </dgm:t>
    </dgm:pt>
    <dgm:pt modelId="{E85103D0-29AD-48FB-9BB5-0C716CE209BA}">
      <dgm:prSet/>
      <dgm:spPr/>
      <dgm:t>
        <a:bodyPr/>
        <a:lstStyle/>
        <a:p>
          <a:r>
            <a:rPr lang="en-US"/>
            <a:t>There were quite a few outliers in the data, however, they were not treated since they were genuine values. </a:t>
          </a:r>
        </a:p>
      </dgm:t>
    </dgm:pt>
    <dgm:pt modelId="{DB893BE7-50C4-4C7D-87FB-36A596D44528}" type="parTrans" cxnId="{1C0C06A0-E668-4491-8671-1611314C64DC}">
      <dgm:prSet/>
      <dgm:spPr/>
      <dgm:t>
        <a:bodyPr/>
        <a:lstStyle/>
        <a:p>
          <a:endParaRPr lang="en-US"/>
        </a:p>
      </dgm:t>
    </dgm:pt>
    <dgm:pt modelId="{70F09DDB-FA28-439A-9560-C23F895E02DF}" type="sibTrans" cxnId="{1C0C06A0-E668-4491-8671-1611314C64DC}">
      <dgm:prSet/>
      <dgm:spPr/>
      <dgm:t>
        <a:bodyPr/>
        <a:lstStyle/>
        <a:p>
          <a:endParaRPr lang="en-US"/>
        </a:p>
      </dgm:t>
    </dgm:pt>
    <dgm:pt modelId="{2EABA079-63A2-4148-9A42-48D433483556}">
      <dgm:prSet/>
      <dgm:spPr/>
      <dgm:t>
        <a:bodyPr/>
        <a:lstStyle/>
        <a:p>
          <a:r>
            <a:rPr lang="en-US"/>
            <a:t>The values in the case_status column were encoded - if the application is certified, the value was changed to 1. Similarly, if the application was denied, the value was changed to 0. </a:t>
          </a:r>
        </a:p>
      </dgm:t>
    </dgm:pt>
    <dgm:pt modelId="{A2E4AF0B-61C8-444E-B884-917C690334F1}" type="parTrans" cxnId="{A97AAFEF-73EE-4BA5-8438-6E47482C2F22}">
      <dgm:prSet/>
      <dgm:spPr/>
      <dgm:t>
        <a:bodyPr/>
        <a:lstStyle/>
        <a:p>
          <a:endParaRPr lang="en-US"/>
        </a:p>
      </dgm:t>
    </dgm:pt>
    <dgm:pt modelId="{8345A9AB-6F53-4B19-83B1-9F7F1C867157}" type="sibTrans" cxnId="{A97AAFEF-73EE-4BA5-8438-6E47482C2F22}">
      <dgm:prSet/>
      <dgm:spPr/>
      <dgm:t>
        <a:bodyPr/>
        <a:lstStyle/>
        <a:p>
          <a:endParaRPr lang="en-US"/>
        </a:p>
      </dgm:t>
    </dgm:pt>
    <dgm:pt modelId="{B0C2A2F7-2056-4BC1-8012-0DB49B75D062}">
      <dgm:prSet/>
      <dgm:spPr/>
      <dgm:t>
        <a:bodyPr/>
        <a:lstStyle/>
        <a:p>
          <a:r>
            <a:rPr lang="en-US"/>
            <a:t>For preparing the data for modeling, we first split the data into 2 parts, temporary and test in an 80:20 ratio as an intermediary step. After this, the temporary dataset is again split into training and validation sets in the ratio of 75:25</a:t>
          </a:r>
        </a:p>
      </dgm:t>
    </dgm:pt>
    <dgm:pt modelId="{1AB4981F-F9B5-48A8-AC16-2FF520486EA2}" type="parTrans" cxnId="{28529021-2C3A-4C72-A09C-F251CF99EBD6}">
      <dgm:prSet/>
      <dgm:spPr/>
      <dgm:t>
        <a:bodyPr/>
        <a:lstStyle/>
        <a:p>
          <a:endParaRPr lang="en-US"/>
        </a:p>
      </dgm:t>
    </dgm:pt>
    <dgm:pt modelId="{4BC706A6-4267-4B9B-800D-512F2462EFAD}" type="sibTrans" cxnId="{28529021-2C3A-4C72-A09C-F251CF99EBD6}">
      <dgm:prSet/>
      <dgm:spPr/>
      <dgm:t>
        <a:bodyPr/>
        <a:lstStyle/>
        <a:p>
          <a:endParaRPr lang="en-US"/>
        </a:p>
      </dgm:t>
    </dgm:pt>
    <dgm:pt modelId="{C39F88F2-C28F-4110-8AC1-53224D414771}" type="pres">
      <dgm:prSet presAssocID="{637BF4CA-7FE4-4A6A-8286-C6384BFCF17B}" presName="Name0" presStyleCnt="0">
        <dgm:presLayoutVars>
          <dgm:dir/>
          <dgm:resizeHandles val="exact"/>
        </dgm:presLayoutVars>
      </dgm:prSet>
      <dgm:spPr/>
    </dgm:pt>
    <dgm:pt modelId="{B1A6FBEC-877B-4050-BC62-95E34A05CE38}" type="pres">
      <dgm:prSet presAssocID="{916B253A-2852-4148-AD21-6C6D7D68B520}" presName="node" presStyleLbl="node1" presStyleIdx="0" presStyleCnt="6">
        <dgm:presLayoutVars>
          <dgm:bulletEnabled val="1"/>
        </dgm:presLayoutVars>
      </dgm:prSet>
      <dgm:spPr/>
    </dgm:pt>
    <dgm:pt modelId="{61DEAF9E-BD48-4A2D-BF39-DA73BB5EEA91}" type="pres">
      <dgm:prSet presAssocID="{8355FA41-3400-4512-B0E8-E716CB701AB7}" presName="sibTrans" presStyleLbl="sibTrans1D1" presStyleIdx="0" presStyleCnt="5"/>
      <dgm:spPr/>
    </dgm:pt>
    <dgm:pt modelId="{EBEA16F3-4CFD-4909-8D3B-D76C3ED61D4D}" type="pres">
      <dgm:prSet presAssocID="{8355FA41-3400-4512-B0E8-E716CB701AB7}" presName="connectorText" presStyleLbl="sibTrans1D1" presStyleIdx="0" presStyleCnt="5"/>
      <dgm:spPr/>
    </dgm:pt>
    <dgm:pt modelId="{FEBF26E2-E31D-4010-A55B-CF78C1539953}" type="pres">
      <dgm:prSet presAssocID="{A0622BC3-F4AA-4613-995D-CC6080BF1DBC}" presName="node" presStyleLbl="node1" presStyleIdx="1" presStyleCnt="6">
        <dgm:presLayoutVars>
          <dgm:bulletEnabled val="1"/>
        </dgm:presLayoutVars>
      </dgm:prSet>
      <dgm:spPr/>
    </dgm:pt>
    <dgm:pt modelId="{B02586A4-8CDC-4D8A-80C8-27BA131661A2}" type="pres">
      <dgm:prSet presAssocID="{D4E09401-7C85-4023-BBBB-8EF47F8BCF54}" presName="sibTrans" presStyleLbl="sibTrans1D1" presStyleIdx="1" presStyleCnt="5"/>
      <dgm:spPr/>
    </dgm:pt>
    <dgm:pt modelId="{9CA7DCE8-B94B-41F1-8086-A43FC06141C5}" type="pres">
      <dgm:prSet presAssocID="{D4E09401-7C85-4023-BBBB-8EF47F8BCF54}" presName="connectorText" presStyleLbl="sibTrans1D1" presStyleIdx="1" presStyleCnt="5"/>
      <dgm:spPr/>
    </dgm:pt>
    <dgm:pt modelId="{8F5FB6DC-28FF-4EAD-8779-F2B58622E955}" type="pres">
      <dgm:prSet presAssocID="{9A125EEA-0410-43CE-AA78-4550EF442561}" presName="node" presStyleLbl="node1" presStyleIdx="2" presStyleCnt="6">
        <dgm:presLayoutVars>
          <dgm:bulletEnabled val="1"/>
        </dgm:presLayoutVars>
      </dgm:prSet>
      <dgm:spPr/>
    </dgm:pt>
    <dgm:pt modelId="{5D6E12FA-7142-4511-B716-E75EFC36B8F2}" type="pres">
      <dgm:prSet presAssocID="{269AB6E9-2C9F-4CAF-9985-3F981F4932CD}" presName="sibTrans" presStyleLbl="sibTrans1D1" presStyleIdx="2" presStyleCnt="5"/>
      <dgm:spPr/>
    </dgm:pt>
    <dgm:pt modelId="{DAD9C573-41AF-4D50-A8BB-382ADE5162DF}" type="pres">
      <dgm:prSet presAssocID="{269AB6E9-2C9F-4CAF-9985-3F981F4932CD}" presName="connectorText" presStyleLbl="sibTrans1D1" presStyleIdx="2" presStyleCnt="5"/>
      <dgm:spPr/>
    </dgm:pt>
    <dgm:pt modelId="{9BFDB27B-85AC-4A7D-BA0B-C599EF3ED48C}" type="pres">
      <dgm:prSet presAssocID="{E85103D0-29AD-48FB-9BB5-0C716CE209BA}" presName="node" presStyleLbl="node1" presStyleIdx="3" presStyleCnt="6">
        <dgm:presLayoutVars>
          <dgm:bulletEnabled val="1"/>
        </dgm:presLayoutVars>
      </dgm:prSet>
      <dgm:spPr/>
    </dgm:pt>
    <dgm:pt modelId="{FA1DF2AE-EC04-4C56-A18C-1A98D785970E}" type="pres">
      <dgm:prSet presAssocID="{70F09DDB-FA28-439A-9560-C23F895E02DF}" presName="sibTrans" presStyleLbl="sibTrans1D1" presStyleIdx="3" presStyleCnt="5"/>
      <dgm:spPr/>
    </dgm:pt>
    <dgm:pt modelId="{DDFAC89A-A1BC-4D17-9A4C-B48DDAF1C6A3}" type="pres">
      <dgm:prSet presAssocID="{70F09DDB-FA28-439A-9560-C23F895E02DF}" presName="connectorText" presStyleLbl="sibTrans1D1" presStyleIdx="3" presStyleCnt="5"/>
      <dgm:spPr/>
    </dgm:pt>
    <dgm:pt modelId="{872836F7-80EE-4D73-A792-0ECAEE46E4C6}" type="pres">
      <dgm:prSet presAssocID="{2EABA079-63A2-4148-9A42-48D433483556}" presName="node" presStyleLbl="node1" presStyleIdx="4" presStyleCnt="6">
        <dgm:presLayoutVars>
          <dgm:bulletEnabled val="1"/>
        </dgm:presLayoutVars>
      </dgm:prSet>
      <dgm:spPr/>
    </dgm:pt>
    <dgm:pt modelId="{4C2ED0D3-5F2A-4169-B37F-1DBC3027DED2}" type="pres">
      <dgm:prSet presAssocID="{8345A9AB-6F53-4B19-83B1-9F7F1C867157}" presName="sibTrans" presStyleLbl="sibTrans1D1" presStyleIdx="4" presStyleCnt="5"/>
      <dgm:spPr/>
    </dgm:pt>
    <dgm:pt modelId="{0A476001-6176-4362-8643-4766B27C3076}" type="pres">
      <dgm:prSet presAssocID="{8345A9AB-6F53-4B19-83B1-9F7F1C867157}" presName="connectorText" presStyleLbl="sibTrans1D1" presStyleIdx="4" presStyleCnt="5"/>
      <dgm:spPr/>
    </dgm:pt>
    <dgm:pt modelId="{0BD99E97-CBF9-4DB2-8C28-00BCBDF3E280}" type="pres">
      <dgm:prSet presAssocID="{B0C2A2F7-2056-4BC1-8012-0DB49B75D062}" presName="node" presStyleLbl="node1" presStyleIdx="5" presStyleCnt="6">
        <dgm:presLayoutVars>
          <dgm:bulletEnabled val="1"/>
        </dgm:presLayoutVars>
      </dgm:prSet>
      <dgm:spPr/>
    </dgm:pt>
  </dgm:ptLst>
  <dgm:cxnLst>
    <dgm:cxn modelId="{6893DC08-BCC4-4824-96F6-346742ADF5A0}" type="presOf" srcId="{B0C2A2F7-2056-4BC1-8012-0DB49B75D062}" destId="{0BD99E97-CBF9-4DB2-8C28-00BCBDF3E280}" srcOrd="0" destOrd="0" presId="urn:microsoft.com/office/officeart/2016/7/layout/RepeatingBendingProcessNew"/>
    <dgm:cxn modelId="{44231C20-A408-40A9-BD01-5B75A59E56D1}" type="presOf" srcId="{8355FA41-3400-4512-B0E8-E716CB701AB7}" destId="{61DEAF9E-BD48-4A2D-BF39-DA73BB5EEA91}" srcOrd="0" destOrd="0" presId="urn:microsoft.com/office/officeart/2016/7/layout/RepeatingBendingProcessNew"/>
    <dgm:cxn modelId="{76A8FC20-2B96-4990-8BEF-632933B0E7B9}" srcId="{637BF4CA-7FE4-4A6A-8286-C6384BFCF17B}" destId="{A0622BC3-F4AA-4613-995D-CC6080BF1DBC}" srcOrd="1" destOrd="0" parTransId="{A149473D-8D1A-4C82-A617-9393899E8AC2}" sibTransId="{D4E09401-7C85-4023-BBBB-8EF47F8BCF54}"/>
    <dgm:cxn modelId="{28529021-2C3A-4C72-A09C-F251CF99EBD6}" srcId="{637BF4CA-7FE4-4A6A-8286-C6384BFCF17B}" destId="{B0C2A2F7-2056-4BC1-8012-0DB49B75D062}" srcOrd="5" destOrd="0" parTransId="{1AB4981F-F9B5-48A8-AC16-2FF520486EA2}" sibTransId="{4BC706A6-4267-4B9B-800D-512F2462EFAD}"/>
    <dgm:cxn modelId="{D0CCBE2C-7563-44A5-A8C1-68FEEDBB2F4F}" type="presOf" srcId="{D4E09401-7C85-4023-BBBB-8EF47F8BCF54}" destId="{9CA7DCE8-B94B-41F1-8086-A43FC06141C5}" srcOrd="1" destOrd="0" presId="urn:microsoft.com/office/officeart/2016/7/layout/RepeatingBendingProcessNew"/>
    <dgm:cxn modelId="{4B06EE42-65F4-47AA-A66D-13B7C7C6F060}" type="presOf" srcId="{A0622BC3-F4AA-4613-995D-CC6080BF1DBC}" destId="{FEBF26E2-E31D-4010-A55B-CF78C1539953}" srcOrd="0" destOrd="0" presId="urn:microsoft.com/office/officeart/2016/7/layout/RepeatingBendingProcessNew"/>
    <dgm:cxn modelId="{11D2734D-0FE5-421C-A7FE-3BCC770702A0}" type="presOf" srcId="{D4E09401-7C85-4023-BBBB-8EF47F8BCF54}" destId="{B02586A4-8CDC-4D8A-80C8-27BA131661A2}" srcOrd="0" destOrd="0" presId="urn:microsoft.com/office/officeart/2016/7/layout/RepeatingBendingProcessNew"/>
    <dgm:cxn modelId="{792D914F-36DB-4DA7-8BDA-0B338F875260}" srcId="{637BF4CA-7FE4-4A6A-8286-C6384BFCF17B}" destId="{916B253A-2852-4148-AD21-6C6D7D68B520}" srcOrd="0" destOrd="0" parTransId="{FDFFE0DF-6A39-4F91-9C94-CDF29DABBE33}" sibTransId="{8355FA41-3400-4512-B0E8-E716CB701AB7}"/>
    <dgm:cxn modelId="{66015270-AF0A-4ACE-A6DA-0C49E3D0140C}" type="presOf" srcId="{9A125EEA-0410-43CE-AA78-4550EF442561}" destId="{8F5FB6DC-28FF-4EAD-8779-F2B58622E955}" srcOrd="0" destOrd="0" presId="urn:microsoft.com/office/officeart/2016/7/layout/RepeatingBendingProcessNew"/>
    <dgm:cxn modelId="{2B77A255-A060-4331-A0E0-A1A872D264CD}" type="presOf" srcId="{637BF4CA-7FE4-4A6A-8286-C6384BFCF17B}" destId="{C39F88F2-C28F-4110-8AC1-53224D414771}" srcOrd="0" destOrd="0" presId="urn:microsoft.com/office/officeart/2016/7/layout/RepeatingBendingProcessNew"/>
    <dgm:cxn modelId="{732B5D78-30ED-489F-ACAD-DD97E9DF7B6C}" type="presOf" srcId="{269AB6E9-2C9F-4CAF-9985-3F981F4932CD}" destId="{5D6E12FA-7142-4511-B716-E75EFC36B8F2}" srcOrd="0" destOrd="0" presId="urn:microsoft.com/office/officeart/2016/7/layout/RepeatingBendingProcessNew"/>
    <dgm:cxn modelId="{1317878E-CF5A-4679-B8C5-D2E430851C55}" type="presOf" srcId="{2EABA079-63A2-4148-9A42-48D433483556}" destId="{872836F7-80EE-4D73-A792-0ECAEE46E4C6}" srcOrd="0" destOrd="0" presId="urn:microsoft.com/office/officeart/2016/7/layout/RepeatingBendingProcessNew"/>
    <dgm:cxn modelId="{1C0C06A0-E668-4491-8671-1611314C64DC}" srcId="{637BF4CA-7FE4-4A6A-8286-C6384BFCF17B}" destId="{E85103D0-29AD-48FB-9BB5-0C716CE209BA}" srcOrd="3" destOrd="0" parTransId="{DB893BE7-50C4-4C7D-87FB-36A596D44528}" sibTransId="{70F09DDB-FA28-439A-9560-C23F895E02DF}"/>
    <dgm:cxn modelId="{F74ABAA4-D733-455B-BBCB-6B5815F23C91}" type="presOf" srcId="{916B253A-2852-4148-AD21-6C6D7D68B520}" destId="{B1A6FBEC-877B-4050-BC62-95E34A05CE38}" srcOrd="0" destOrd="0" presId="urn:microsoft.com/office/officeart/2016/7/layout/RepeatingBendingProcessNew"/>
    <dgm:cxn modelId="{193A9FBF-0889-4192-8BA9-1B811E7A6AB0}" type="presOf" srcId="{8345A9AB-6F53-4B19-83B1-9F7F1C867157}" destId="{0A476001-6176-4362-8643-4766B27C3076}" srcOrd="1" destOrd="0" presId="urn:microsoft.com/office/officeart/2016/7/layout/RepeatingBendingProcessNew"/>
    <dgm:cxn modelId="{5A75ABC9-8EED-43E8-83EE-0C58D2923590}" type="presOf" srcId="{8355FA41-3400-4512-B0E8-E716CB701AB7}" destId="{EBEA16F3-4CFD-4909-8D3B-D76C3ED61D4D}" srcOrd="1" destOrd="0" presId="urn:microsoft.com/office/officeart/2016/7/layout/RepeatingBendingProcessNew"/>
    <dgm:cxn modelId="{92EDF1CC-E6C2-40A0-9442-82ABE5DE716A}" type="presOf" srcId="{E85103D0-29AD-48FB-9BB5-0C716CE209BA}" destId="{9BFDB27B-85AC-4A7D-BA0B-C599EF3ED48C}" srcOrd="0" destOrd="0" presId="urn:microsoft.com/office/officeart/2016/7/layout/RepeatingBendingProcessNew"/>
    <dgm:cxn modelId="{6401A0CF-A001-41A9-8CCA-E871B47CDDC5}" type="presOf" srcId="{8345A9AB-6F53-4B19-83B1-9F7F1C867157}" destId="{4C2ED0D3-5F2A-4169-B37F-1DBC3027DED2}" srcOrd="0" destOrd="0" presId="urn:microsoft.com/office/officeart/2016/7/layout/RepeatingBendingProcessNew"/>
    <dgm:cxn modelId="{268260D0-1A4E-48ED-9F2D-069C13368A64}" type="presOf" srcId="{70F09DDB-FA28-439A-9560-C23F895E02DF}" destId="{FA1DF2AE-EC04-4C56-A18C-1A98D785970E}" srcOrd="0" destOrd="0" presId="urn:microsoft.com/office/officeart/2016/7/layout/RepeatingBendingProcessNew"/>
    <dgm:cxn modelId="{757A65D3-A901-4AD4-9647-7E1102F7EA4F}" srcId="{637BF4CA-7FE4-4A6A-8286-C6384BFCF17B}" destId="{9A125EEA-0410-43CE-AA78-4550EF442561}" srcOrd="2" destOrd="0" parTransId="{C28DEEDD-23B9-4CFB-82D0-79B9E61B2422}" sibTransId="{269AB6E9-2C9F-4CAF-9985-3F981F4932CD}"/>
    <dgm:cxn modelId="{B32486DB-9327-47DF-913B-D27ED877C8DE}" type="presOf" srcId="{70F09DDB-FA28-439A-9560-C23F895E02DF}" destId="{DDFAC89A-A1BC-4D17-9A4C-B48DDAF1C6A3}" srcOrd="1" destOrd="0" presId="urn:microsoft.com/office/officeart/2016/7/layout/RepeatingBendingProcessNew"/>
    <dgm:cxn modelId="{BC8DE4DB-B1B6-4B8B-9591-D072F09FDFA5}" type="presOf" srcId="{269AB6E9-2C9F-4CAF-9985-3F981F4932CD}" destId="{DAD9C573-41AF-4D50-A8BB-382ADE5162DF}" srcOrd="1" destOrd="0" presId="urn:microsoft.com/office/officeart/2016/7/layout/RepeatingBendingProcessNew"/>
    <dgm:cxn modelId="{A97AAFEF-73EE-4BA5-8438-6E47482C2F22}" srcId="{637BF4CA-7FE4-4A6A-8286-C6384BFCF17B}" destId="{2EABA079-63A2-4148-9A42-48D433483556}" srcOrd="4" destOrd="0" parTransId="{A2E4AF0B-61C8-444E-B884-917C690334F1}" sibTransId="{8345A9AB-6F53-4B19-83B1-9F7F1C867157}"/>
    <dgm:cxn modelId="{D8BADC61-CB13-436A-B0B1-3A1250246510}" type="presParOf" srcId="{C39F88F2-C28F-4110-8AC1-53224D414771}" destId="{B1A6FBEC-877B-4050-BC62-95E34A05CE38}" srcOrd="0" destOrd="0" presId="urn:microsoft.com/office/officeart/2016/7/layout/RepeatingBendingProcessNew"/>
    <dgm:cxn modelId="{D9F04C72-FC68-49CF-9974-F03BBA91B719}" type="presParOf" srcId="{C39F88F2-C28F-4110-8AC1-53224D414771}" destId="{61DEAF9E-BD48-4A2D-BF39-DA73BB5EEA91}" srcOrd="1" destOrd="0" presId="urn:microsoft.com/office/officeart/2016/7/layout/RepeatingBendingProcessNew"/>
    <dgm:cxn modelId="{C58A6CDA-9C25-4989-AA8D-4B3BB20F84E1}" type="presParOf" srcId="{61DEAF9E-BD48-4A2D-BF39-DA73BB5EEA91}" destId="{EBEA16F3-4CFD-4909-8D3B-D76C3ED61D4D}" srcOrd="0" destOrd="0" presId="urn:microsoft.com/office/officeart/2016/7/layout/RepeatingBendingProcessNew"/>
    <dgm:cxn modelId="{C3F8F633-FBD6-4EF7-907A-FF9528571EDC}" type="presParOf" srcId="{C39F88F2-C28F-4110-8AC1-53224D414771}" destId="{FEBF26E2-E31D-4010-A55B-CF78C1539953}" srcOrd="2" destOrd="0" presId="urn:microsoft.com/office/officeart/2016/7/layout/RepeatingBendingProcessNew"/>
    <dgm:cxn modelId="{228E3FAC-F1D3-418E-8808-A539D6AC313A}" type="presParOf" srcId="{C39F88F2-C28F-4110-8AC1-53224D414771}" destId="{B02586A4-8CDC-4D8A-80C8-27BA131661A2}" srcOrd="3" destOrd="0" presId="urn:microsoft.com/office/officeart/2016/7/layout/RepeatingBendingProcessNew"/>
    <dgm:cxn modelId="{22355D65-DD64-4E2F-9455-EE5DD2B6A038}" type="presParOf" srcId="{B02586A4-8CDC-4D8A-80C8-27BA131661A2}" destId="{9CA7DCE8-B94B-41F1-8086-A43FC06141C5}" srcOrd="0" destOrd="0" presId="urn:microsoft.com/office/officeart/2016/7/layout/RepeatingBendingProcessNew"/>
    <dgm:cxn modelId="{959AB1CD-E87D-4E1B-B94C-22C418D336E6}" type="presParOf" srcId="{C39F88F2-C28F-4110-8AC1-53224D414771}" destId="{8F5FB6DC-28FF-4EAD-8779-F2B58622E955}" srcOrd="4" destOrd="0" presId="urn:microsoft.com/office/officeart/2016/7/layout/RepeatingBendingProcessNew"/>
    <dgm:cxn modelId="{A494255C-4418-44D0-BCE6-0EAD683747A7}" type="presParOf" srcId="{C39F88F2-C28F-4110-8AC1-53224D414771}" destId="{5D6E12FA-7142-4511-B716-E75EFC36B8F2}" srcOrd="5" destOrd="0" presId="urn:microsoft.com/office/officeart/2016/7/layout/RepeatingBendingProcessNew"/>
    <dgm:cxn modelId="{441692BD-AF46-4209-BBAE-9A7C66073AD9}" type="presParOf" srcId="{5D6E12FA-7142-4511-B716-E75EFC36B8F2}" destId="{DAD9C573-41AF-4D50-A8BB-382ADE5162DF}" srcOrd="0" destOrd="0" presId="urn:microsoft.com/office/officeart/2016/7/layout/RepeatingBendingProcessNew"/>
    <dgm:cxn modelId="{03248C11-F260-44E1-8732-286279DAFD4B}" type="presParOf" srcId="{C39F88F2-C28F-4110-8AC1-53224D414771}" destId="{9BFDB27B-85AC-4A7D-BA0B-C599EF3ED48C}" srcOrd="6" destOrd="0" presId="urn:microsoft.com/office/officeart/2016/7/layout/RepeatingBendingProcessNew"/>
    <dgm:cxn modelId="{872C0784-5CE0-4DA9-AAD2-C9971A136792}" type="presParOf" srcId="{C39F88F2-C28F-4110-8AC1-53224D414771}" destId="{FA1DF2AE-EC04-4C56-A18C-1A98D785970E}" srcOrd="7" destOrd="0" presId="urn:microsoft.com/office/officeart/2016/7/layout/RepeatingBendingProcessNew"/>
    <dgm:cxn modelId="{AEC75DA7-C3E7-4D88-9DB5-C6AB14AFFA79}" type="presParOf" srcId="{FA1DF2AE-EC04-4C56-A18C-1A98D785970E}" destId="{DDFAC89A-A1BC-4D17-9A4C-B48DDAF1C6A3}" srcOrd="0" destOrd="0" presId="urn:microsoft.com/office/officeart/2016/7/layout/RepeatingBendingProcessNew"/>
    <dgm:cxn modelId="{7E01D471-1373-4354-BD05-596E3A825CD4}" type="presParOf" srcId="{C39F88F2-C28F-4110-8AC1-53224D414771}" destId="{872836F7-80EE-4D73-A792-0ECAEE46E4C6}" srcOrd="8" destOrd="0" presId="urn:microsoft.com/office/officeart/2016/7/layout/RepeatingBendingProcessNew"/>
    <dgm:cxn modelId="{261BAE53-BB7D-49D0-BDBF-D450AC900CA4}" type="presParOf" srcId="{C39F88F2-C28F-4110-8AC1-53224D414771}" destId="{4C2ED0D3-5F2A-4169-B37F-1DBC3027DED2}" srcOrd="9" destOrd="0" presId="urn:microsoft.com/office/officeart/2016/7/layout/RepeatingBendingProcessNew"/>
    <dgm:cxn modelId="{C59B0CDE-C776-43B9-A938-933CAE388968}" type="presParOf" srcId="{4C2ED0D3-5F2A-4169-B37F-1DBC3027DED2}" destId="{0A476001-6176-4362-8643-4766B27C3076}" srcOrd="0" destOrd="0" presId="urn:microsoft.com/office/officeart/2016/7/layout/RepeatingBendingProcessNew"/>
    <dgm:cxn modelId="{1FA8C4D0-50C2-423D-83A4-C87D5FC7F9A4}" type="presParOf" srcId="{C39F88F2-C28F-4110-8AC1-53224D414771}" destId="{0BD99E97-CBF9-4DB2-8C28-00BCBDF3E280}" srcOrd="10"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AA5EEFE-78E7-4CFA-AC8C-8C38BDFD46F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E26764D3-9D0D-41DC-A479-B66DD2602DE7}">
      <dgm:prSet/>
      <dgm:spPr/>
      <dgm:t>
        <a:bodyPr/>
        <a:lstStyle/>
        <a:p>
          <a:r>
            <a:rPr lang="en-US"/>
            <a:t>Since the classes are imbalanced, we try addressing this using oversampling first.</a:t>
          </a:r>
        </a:p>
      </dgm:t>
    </dgm:pt>
    <dgm:pt modelId="{02C43780-5A5C-402F-9201-18FA1D18E040}" type="parTrans" cxnId="{D558E8D5-99A1-4742-B74D-B534066DB619}">
      <dgm:prSet/>
      <dgm:spPr/>
      <dgm:t>
        <a:bodyPr/>
        <a:lstStyle/>
        <a:p>
          <a:endParaRPr lang="en-US"/>
        </a:p>
      </dgm:t>
    </dgm:pt>
    <dgm:pt modelId="{E7ABAD2F-BB21-4CB2-B1B7-4C7E5EBE7BA3}" type="sibTrans" cxnId="{D558E8D5-99A1-4742-B74D-B534066DB619}">
      <dgm:prSet/>
      <dgm:spPr/>
      <dgm:t>
        <a:bodyPr/>
        <a:lstStyle/>
        <a:p>
          <a:endParaRPr lang="en-US"/>
        </a:p>
      </dgm:t>
    </dgm:pt>
    <dgm:pt modelId="{71891169-8F5F-470D-816B-BCC111B1EE54}">
      <dgm:prSet/>
      <dgm:spPr/>
      <dgm:t>
        <a:bodyPr/>
        <a:lstStyle/>
        <a:p>
          <a:r>
            <a:rPr lang="en-US"/>
            <a:t>SMOTE (Synthetic Minority Over-sampling Technique) is used to oversample the minority class data to the same proportion as the majority class</a:t>
          </a:r>
        </a:p>
      </dgm:t>
    </dgm:pt>
    <dgm:pt modelId="{CD27E162-17AB-4F22-A04E-6AB155B97CE5}" type="parTrans" cxnId="{90FADB78-168B-483C-A7A3-5B498B1BA345}">
      <dgm:prSet/>
      <dgm:spPr/>
      <dgm:t>
        <a:bodyPr/>
        <a:lstStyle/>
        <a:p>
          <a:endParaRPr lang="en-US"/>
        </a:p>
      </dgm:t>
    </dgm:pt>
    <dgm:pt modelId="{E9A8DEC9-FC07-48B7-8F6D-E4BC49C25EC9}" type="sibTrans" cxnId="{90FADB78-168B-483C-A7A3-5B498B1BA345}">
      <dgm:prSet/>
      <dgm:spPr/>
      <dgm:t>
        <a:bodyPr/>
        <a:lstStyle/>
        <a:p>
          <a:endParaRPr lang="en-US"/>
        </a:p>
      </dgm:t>
    </dgm:pt>
    <dgm:pt modelId="{D6D8B359-BAC7-4696-A588-6C37ECA347A1}">
      <dgm:prSet/>
      <dgm:spPr/>
      <dgm:t>
        <a:bodyPr/>
        <a:lstStyle/>
        <a:p>
          <a:r>
            <a:rPr lang="en-US"/>
            <a:t>We then build the same models as before using the oversampled data.</a:t>
          </a:r>
        </a:p>
      </dgm:t>
    </dgm:pt>
    <dgm:pt modelId="{667CD9B8-70E5-43D9-8CC0-CED01BF608EF}" type="parTrans" cxnId="{A56B38DC-E349-4924-93B1-0A09A1511E47}">
      <dgm:prSet/>
      <dgm:spPr/>
      <dgm:t>
        <a:bodyPr/>
        <a:lstStyle/>
        <a:p>
          <a:endParaRPr lang="en-US"/>
        </a:p>
      </dgm:t>
    </dgm:pt>
    <dgm:pt modelId="{9D9FC7D4-35B0-4D7F-82D1-F5BDA9D8E328}" type="sibTrans" cxnId="{A56B38DC-E349-4924-93B1-0A09A1511E47}">
      <dgm:prSet/>
      <dgm:spPr/>
      <dgm:t>
        <a:bodyPr/>
        <a:lstStyle/>
        <a:p>
          <a:endParaRPr lang="en-US"/>
        </a:p>
      </dgm:t>
    </dgm:pt>
    <dgm:pt modelId="{20532646-45E3-4BD9-9004-0DD7060F7A53}" type="pres">
      <dgm:prSet presAssocID="{DAA5EEFE-78E7-4CFA-AC8C-8C38BDFD46FD}" presName="hierChild1" presStyleCnt="0">
        <dgm:presLayoutVars>
          <dgm:chPref val="1"/>
          <dgm:dir/>
          <dgm:animOne val="branch"/>
          <dgm:animLvl val="lvl"/>
          <dgm:resizeHandles/>
        </dgm:presLayoutVars>
      </dgm:prSet>
      <dgm:spPr/>
    </dgm:pt>
    <dgm:pt modelId="{D742D023-EFF2-4BBC-B07A-19E3D7763A8E}" type="pres">
      <dgm:prSet presAssocID="{E26764D3-9D0D-41DC-A479-B66DD2602DE7}" presName="hierRoot1" presStyleCnt="0"/>
      <dgm:spPr/>
    </dgm:pt>
    <dgm:pt modelId="{A7412C69-A660-4374-BA68-455BCDF8D0C1}" type="pres">
      <dgm:prSet presAssocID="{E26764D3-9D0D-41DC-A479-B66DD2602DE7}" presName="composite" presStyleCnt="0"/>
      <dgm:spPr/>
    </dgm:pt>
    <dgm:pt modelId="{1FF952C8-C4D6-4CD8-8F74-EE260F10E92F}" type="pres">
      <dgm:prSet presAssocID="{E26764D3-9D0D-41DC-A479-B66DD2602DE7}" presName="background" presStyleLbl="node0" presStyleIdx="0" presStyleCnt="3"/>
      <dgm:spPr/>
    </dgm:pt>
    <dgm:pt modelId="{473A49B7-0D28-47B6-AB79-7F16C985F012}" type="pres">
      <dgm:prSet presAssocID="{E26764D3-9D0D-41DC-A479-B66DD2602DE7}" presName="text" presStyleLbl="fgAcc0" presStyleIdx="0" presStyleCnt="3">
        <dgm:presLayoutVars>
          <dgm:chPref val="3"/>
        </dgm:presLayoutVars>
      </dgm:prSet>
      <dgm:spPr/>
    </dgm:pt>
    <dgm:pt modelId="{2987F11F-CEBB-4DB1-A480-8BFC4473618E}" type="pres">
      <dgm:prSet presAssocID="{E26764D3-9D0D-41DC-A479-B66DD2602DE7}" presName="hierChild2" presStyleCnt="0"/>
      <dgm:spPr/>
    </dgm:pt>
    <dgm:pt modelId="{CC12E9E8-161A-4AF3-BB71-F798D9A84525}" type="pres">
      <dgm:prSet presAssocID="{71891169-8F5F-470D-816B-BCC111B1EE54}" presName="hierRoot1" presStyleCnt="0"/>
      <dgm:spPr/>
    </dgm:pt>
    <dgm:pt modelId="{CF08612C-6B73-4C4F-AFF8-EB2A879A0E5C}" type="pres">
      <dgm:prSet presAssocID="{71891169-8F5F-470D-816B-BCC111B1EE54}" presName="composite" presStyleCnt="0"/>
      <dgm:spPr/>
    </dgm:pt>
    <dgm:pt modelId="{26ACA183-BF44-4FCE-8540-2CCFB45AC7D8}" type="pres">
      <dgm:prSet presAssocID="{71891169-8F5F-470D-816B-BCC111B1EE54}" presName="background" presStyleLbl="node0" presStyleIdx="1" presStyleCnt="3"/>
      <dgm:spPr/>
    </dgm:pt>
    <dgm:pt modelId="{52421317-05CF-47A4-A3F8-4CF5E3BD63D4}" type="pres">
      <dgm:prSet presAssocID="{71891169-8F5F-470D-816B-BCC111B1EE54}" presName="text" presStyleLbl="fgAcc0" presStyleIdx="1" presStyleCnt="3">
        <dgm:presLayoutVars>
          <dgm:chPref val="3"/>
        </dgm:presLayoutVars>
      </dgm:prSet>
      <dgm:spPr/>
    </dgm:pt>
    <dgm:pt modelId="{7AC808F2-3970-4F70-80F3-47B6B07C3C2B}" type="pres">
      <dgm:prSet presAssocID="{71891169-8F5F-470D-816B-BCC111B1EE54}" presName="hierChild2" presStyleCnt="0"/>
      <dgm:spPr/>
    </dgm:pt>
    <dgm:pt modelId="{D93BCC19-8C11-4C17-89BE-BC227A7B5FDC}" type="pres">
      <dgm:prSet presAssocID="{D6D8B359-BAC7-4696-A588-6C37ECA347A1}" presName="hierRoot1" presStyleCnt="0"/>
      <dgm:spPr/>
    </dgm:pt>
    <dgm:pt modelId="{B0DAF7D9-436D-4571-A52E-3EFEBA204564}" type="pres">
      <dgm:prSet presAssocID="{D6D8B359-BAC7-4696-A588-6C37ECA347A1}" presName="composite" presStyleCnt="0"/>
      <dgm:spPr/>
    </dgm:pt>
    <dgm:pt modelId="{B012D54F-19C2-4936-903F-8F7594F1104F}" type="pres">
      <dgm:prSet presAssocID="{D6D8B359-BAC7-4696-A588-6C37ECA347A1}" presName="background" presStyleLbl="node0" presStyleIdx="2" presStyleCnt="3"/>
      <dgm:spPr/>
    </dgm:pt>
    <dgm:pt modelId="{B75ABD84-D74F-4EF9-92F5-29C516AA147A}" type="pres">
      <dgm:prSet presAssocID="{D6D8B359-BAC7-4696-A588-6C37ECA347A1}" presName="text" presStyleLbl="fgAcc0" presStyleIdx="2" presStyleCnt="3">
        <dgm:presLayoutVars>
          <dgm:chPref val="3"/>
        </dgm:presLayoutVars>
      </dgm:prSet>
      <dgm:spPr/>
    </dgm:pt>
    <dgm:pt modelId="{F0A6792D-1AC8-412D-8175-B220D60BB972}" type="pres">
      <dgm:prSet presAssocID="{D6D8B359-BAC7-4696-A588-6C37ECA347A1}" presName="hierChild2" presStyleCnt="0"/>
      <dgm:spPr/>
    </dgm:pt>
  </dgm:ptLst>
  <dgm:cxnLst>
    <dgm:cxn modelId="{6B43CE14-68CD-4A73-B0C2-06C0EF87B2BF}" type="presOf" srcId="{71891169-8F5F-470D-816B-BCC111B1EE54}" destId="{52421317-05CF-47A4-A3F8-4CF5E3BD63D4}" srcOrd="0" destOrd="0" presId="urn:microsoft.com/office/officeart/2005/8/layout/hierarchy1"/>
    <dgm:cxn modelId="{90FADB78-168B-483C-A7A3-5B498B1BA345}" srcId="{DAA5EEFE-78E7-4CFA-AC8C-8C38BDFD46FD}" destId="{71891169-8F5F-470D-816B-BCC111B1EE54}" srcOrd="1" destOrd="0" parTransId="{CD27E162-17AB-4F22-A04E-6AB155B97CE5}" sibTransId="{E9A8DEC9-FC07-48B7-8F6D-E4BC49C25EC9}"/>
    <dgm:cxn modelId="{2918A69C-CF58-48F3-8E74-F917F8618EAB}" type="presOf" srcId="{E26764D3-9D0D-41DC-A479-B66DD2602DE7}" destId="{473A49B7-0D28-47B6-AB79-7F16C985F012}" srcOrd="0" destOrd="0" presId="urn:microsoft.com/office/officeart/2005/8/layout/hierarchy1"/>
    <dgm:cxn modelId="{5EE256A2-1931-4542-A763-06DD2B92FED1}" type="presOf" srcId="{DAA5EEFE-78E7-4CFA-AC8C-8C38BDFD46FD}" destId="{20532646-45E3-4BD9-9004-0DD7060F7A53}" srcOrd="0" destOrd="0" presId="urn:microsoft.com/office/officeart/2005/8/layout/hierarchy1"/>
    <dgm:cxn modelId="{7410A6BE-F3EC-4D9F-9827-0E572D75EA10}" type="presOf" srcId="{D6D8B359-BAC7-4696-A588-6C37ECA347A1}" destId="{B75ABD84-D74F-4EF9-92F5-29C516AA147A}" srcOrd="0" destOrd="0" presId="urn:microsoft.com/office/officeart/2005/8/layout/hierarchy1"/>
    <dgm:cxn modelId="{D558E8D5-99A1-4742-B74D-B534066DB619}" srcId="{DAA5EEFE-78E7-4CFA-AC8C-8C38BDFD46FD}" destId="{E26764D3-9D0D-41DC-A479-B66DD2602DE7}" srcOrd="0" destOrd="0" parTransId="{02C43780-5A5C-402F-9201-18FA1D18E040}" sibTransId="{E7ABAD2F-BB21-4CB2-B1B7-4C7E5EBE7BA3}"/>
    <dgm:cxn modelId="{A56B38DC-E349-4924-93B1-0A09A1511E47}" srcId="{DAA5EEFE-78E7-4CFA-AC8C-8C38BDFD46FD}" destId="{D6D8B359-BAC7-4696-A588-6C37ECA347A1}" srcOrd="2" destOrd="0" parTransId="{667CD9B8-70E5-43D9-8CC0-CED01BF608EF}" sibTransId="{9D9FC7D4-35B0-4D7F-82D1-F5BDA9D8E328}"/>
    <dgm:cxn modelId="{77358ED1-96A8-4B95-AE91-520CD39FF819}" type="presParOf" srcId="{20532646-45E3-4BD9-9004-0DD7060F7A53}" destId="{D742D023-EFF2-4BBC-B07A-19E3D7763A8E}" srcOrd="0" destOrd="0" presId="urn:microsoft.com/office/officeart/2005/8/layout/hierarchy1"/>
    <dgm:cxn modelId="{A2903547-1B24-4709-9FF9-9121F436F734}" type="presParOf" srcId="{D742D023-EFF2-4BBC-B07A-19E3D7763A8E}" destId="{A7412C69-A660-4374-BA68-455BCDF8D0C1}" srcOrd="0" destOrd="0" presId="urn:microsoft.com/office/officeart/2005/8/layout/hierarchy1"/>
    <dgm:cxn modelId="{B88ADE40-D82E-4D30-8A49-1DAE6C47147A}" type="presParOf" srcId="{A7412C69-A660-4374-BA68-455BCDF8D0C1}" destId="{1FF952C8-C4D6-4CD8-8F74-EE260F10E92F}" srcOrd="0" destOrd="0" presId="urn:microsoft.com/office/officeart/2005/8/layout/hierarchy1"/>
    <dgm:cxn modelId="{2558CCB3-C077-4F2C-B8F0-3428490501A6}" type="presParOf" srcId="{A7412C69-A660-4374-BA68-455BCDF8D0C1}" destId="{473A49B7-0D28-47B6-AB79-7F16C985F012}" srcOrd="1" destOrd="0" presId="urn:microsoft.com/office/officeart/2005/8/layout/hierarchy1"/>
    <dgm:cxn modelId="{162AD12D-0D78-4B89-8177-61A95EFBF06A}" type="presParOf" srcId="{D742D023-EFF2-4BBC-B07A-19E3D7763A8E}" destId="{2987F11F-CEBB-4DB1-A480-8BFC4473618E}" srcOrd="1" destOrd="0" presId="urn:microsoft.com/office/officeart/2005/8/layout/hierarchy1"/>
    <dgm:cxn modelId="{E9139011-B480-48A0-A28D-2F0AF2D0D9A5}" type="presParOf" srcId="{20532646-45E3-4BD9-9004-0DD7060F7A53}" destId="{CC12E9E8-161A-4AF3-BB71-F798D9A84525}" srcOrd="1" destOrd="0" presId="urn:microsoft.com/office/officeart/2005/8/layout/hierarchy1"/>
    <dgm:cxn modelId="{6FA136E4-8BE0-4A19-804A-34E1CBB481DE}" type="presParOf" srcId="{CC12E9E8-161A-4AF3-BB71-F798D9A84525}" destId="{CF08612C-6B73-4C4F-AFF8-EB2A879A0E5C}" srcOrd="0" destOrd="0" presId="urn:microsoft.com/office/officeart/2005/8/layout/hierarchy1"/>
    <dgm:cxn modelId="{000A2C28-FEE9-4296-BE37-B1B974C626AB}" type="presParOf" srcId="{CF08612C-6B73-4C4F-AFF8-EB2A879A0E5C}" destId="{26ACA183-BF44-4FCE-8540-2CCFB45AC7D8}" srcOrd="0" destOrd="0" presId="urn:microsoft.com/office/officeart/2005/8/layout/hierarchy1"/>
    <dgm:cxn modelId="{B3EDD8A3-2144-42C9-BA2A-65CA385A5A74}" type="presParOf" srcId="{CF08612C-6B73-4C4F-AFF8-EB2A879A0E5C}" destId="{52421317-05CF-47A4-A3F8-4CF5E3BD63D4}" srcOrd="1" destOrd="0" presId="urn:microsoft.com/office/officeart/2005/8/layout/hierarchy1"/>
    <dgm:cxn modelId="{E90FB54E-2300-4F5B-B5C1-EE302CEB6482}" type="presParOf" srcId="{CC12E9E8-161A-4AF3-BB71-F798D9A84525}" destId="{7AC808F2-3970-4F70-80F3-47B6B07C3C2B}" srcOrd="1" destOrd="0" presId="urn:microsoft.com/office/officeart/2005/8/layout/hierarchy1"/>
    <dgm:cxn modelId="{03FDDADB-EB7C-4965-9094-51FD700BA50B}" type="presParOf" srcId="{20532646-45E3-4BD9-9004-0DD7060F7A53}" destId="{D93BCC19-8C11-4C17-89BE-BC227A7B5FDC}" srcOrd="2" destOrd="0" presId="urn:microsoft.com/office/officeart/2005/8/layout/hierarchy1"/>
    <dgm:cxn modelId="{48AEF229-B61A-46BD-A624-0C3854888ABE}" type="presParOf" srcId="{D93BCC19-8C11-4C17-89BE-BC227A7B5FDC}" destId="{B0DAF7D9-436D-4571-A52E-3EFEBA204564}" srcOrd="0" destOrd="0" presId="urn:microsoft.com/office/officeart/2005/8/layout/hierarchy1"/>
    <dgm:cxn modelId="{B86FA966-9931-4C4D-B2AB-F97B421CD33A}" type="presParOf" srcId="{B0DAF7D9-436D-4571-A52E-3EFEBA204564}" destId="{B012D54F-19C2-4936-903F-8F7594F1104F}" srcOrd="0" destOrd="0" presId="urn:microsoft.com/office/officeart/2005/8/layout/hierarchy1"/>
    <dgm:cxn modelId="{0A3B4E82-59A0-4F0B-9A2A-03F420E542C5}" type="presParOf" srcId="{B0DAF7D9-436D-4571-A52E-3EFEBA204564}" destId="{B75ABD84-D74F-4EF9-92F5-29C516AA147A}" srcOrd="1" destOrd="0" presId="urn:microsoft.com/office/officeart/2005/8/layout/hierarchy1"/>
    <dgm:cxn modelId="{A1FFFF7F-FA8D-46DF-9987-61C4F58EA22A}" type="presParOf" srcId="{D93BCC19-8C11-4C17-89BE-BC227A7B5FDC}" destId="{F0A6792D-1AC8-412D-8175-B220D60BB972}"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C687286-AE8E-4C78-89E3-9D1B5EECAB6E}"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433A8E4-49CF-472B-A799-63D033B15CAA}">
      <dgm:prSet/>
      <dgm:spPr/>
      <dgm:t>
        <a:bodyPr/>
        <a:lstStyle/>
        <a:p>
          <a:r>
            <a:rPr lang="en-US"/>
            <a:t>We then try addressing class imbalance using undersampling first.</a:t>
          </a:r>
        </a:p>
      </dgm:t>
    </dgm:pt>
    <dgm:pt modelId="{C5C78478-4A9C-40FF-975A-0B77D4D8F82D}" type="parTrans" cxnId="{873372EB-7689-4A7C-81CC-12C90A946DD9}">
      <dgm:prSet/>
      <dgm:spPr/>
      <dgm:t>
        <a:bodyPr/>
        <a:lstStyle/>
        <a:p>
          <a:endParaRPr lang="en-US"/>
        </a:p>
      </dgm:t>
    </dgm:pt>
    <dgm:pt modelId="{61B6417B-0BC7-48AE-BB69-8F76A0F226B7}" type="sibTrans" cxnId="{873372EB-7689-4A7C-81CC-12C90A946DD9}">
      <dgm:prSet/>
      <dgm:spPr/>
      <dgm:t>
        <a:bodyPr/>
        <a:lstStyle/>
        <a:p>
          <a:endParaRPr lang="en-US"/>
        </a:p>
      </dgm:t>
    </dgm:pt>
    <dgm:pt modelId="{CE6C9F79-882A-4F4D-BD94-40E65848C1F8}">
      <dgm:prSet/>
      <dgm:spPr/>
      <dgm:t>
        <a:bodyPr/>
        <a:lstStyle/>
        <a:p>
          <a:r>
            <a:rPr lang="en-US"/>
            <a:t>Random Undersampling is used to undersample the majority class data to the same proportion as the minority class</a:t>
          </a:r>
        </a:p>
      </dgm:t>
    </dgm:pt>
    <dgm:pt modelId="{C0DC1AAC-AD04-4456-B5E7-E95BB3C3818E}" type="parTrans" cxnId="{DE67A22E-8624-4586-B4BA-A7AB51CC9652}">
      <dgm:prSet/>
      <dgm:spPr/>
      <dgm:t>
        <a:bodyPr/>
        <a:lstStyle/>
        <a:p>
          <a:endParaRPr lang="en-US"/>
        </a:p>
      </dgm:t>
    </dgm:pt>
    <dgm:pt modelId="{EDAEEC4E-B9F8-4B30-90E8-AA7D1B149D10}" type="sibTrans" cxnId="{DE67A22E-8624-4586-B4BA-A7AB51CC9652}">
      <dgm:prSet/>
      <dgm:spPr/>
      <dgm:t>
        <a:bodyPr/>
        <a:lstStyle/>
        <a:p>
          <a:endParaRPr lang="en-US"/>
        </a:p>
      </dgm:t>
    </dgm:pt>
    <dgm:pt modelId="{B96106FF-C248-4FA6-9778-34DECC2D2C41}">
      <dgm:prSet/>
      <dgm:spPr/>
      <dgm:t>
        <a:bodyPr/>
        <a:lstStyle/>
        <a:p>
          <a:r>
            <a:rPr lang="en-US"/>
            <a:t>We then build the same models as before using the oversampled data</a:t>
          </a:r>
        </a:p>
      </dgm:t>
    </dgm:pt>
    <dgm:pt modelId="{8735C36A-68CA-4DCC-A59E-2090225E7E56}" type="parTrans" cxnId="{BF42D645-4DF6-443D-B021-8DC025E28727}">
      <dgm:prSet/>
      <dgm:spPr/>
      <dgm:t>
        <a:bodyPr/>
        <a:lstStyle/>
        <a:p>
          <a:endParaRPr lang="en-US"/>
        </a:p>
      </dgm:t>
    </dgm:pt>
    <dgm:pt modelId="{0559B5DE-4DBC-4939-B839-C0E1BCFA1BCD}" type="sibTrans" cxnId="{BF42D645-4DF6-443D-B021-8DC025E28727}">
      <dgm:prSet/>
      <dgm:spPr/>
      <dgm:t>
        <a:bodyPr/>
        <a:lstStyle/>
        <a:p>
          <a:endParaRPr lang="en-US"/>
        </a:p>
      </dgm:t>
    </dgm:pt>
    <dgm:pt modelId="{C8E3221F-0E0A-4972-BB3B-BB944011F52E}" type="pres">
      <dgm:prSet presAssocID="{EC687286-AE8E-4C78-89E3-9D1B5EECAB6E}" presName="hierChild1" presStyleCnt="0">
        <dgm:presLayoutVars>
          <dgm:chPref val="1"/>
          <dgm:dir/>
          <dgm:animOne val="branch"/>
          <dgm:animLvl val="lvl"/>
          <dgm:resizeHandles/>
        </dgm:presLayoutVars>
      </dgm:prSet>
      <dgm:spPr/>
    </dgm:pt>
    <dgm:pt modelId="{568C87F0-0589-4FD5-B49C-AFD217B46456}" type="pres">
      <dgm:prSet presAssocID="{F433A8E4-49CF-472B-A799-63D033B15CAA}" presName="hierRoot1" presStyleCnt="0"/>
      <dgm:spPr/>
    </dgm:pt>
    <dgm:pt modelId="{7BA295E9-3739-4558-BB20-490D6C459FD0}" type="pres">
      <dgm:prSet presAssocID="{F433A8E4-49CF-472B-A799-63D033B15CAA}" presName="composite" presStyleCnt="0"/>
      <dgm:spPr/>
    </dgm:pt>
    <dgm:pt modelId="{B8716C12-077B-4DE6-8A3F-E9663DDCD4BF}" type="pres">
      <dgm:prSet presAssocID="{F433A8E4-49CF-472B-A799-63D033B15CAA}" presName="background" presStyleLbl="node0" presStyleIdx="0" presStyleCnt="3"/>
      <dgm:spPr/>
    </dgm:pt>
    <dgm:pt modelId="{7EA6391C-8F52-473E-B68E-266BD7DCE141}" type="pres">
      <dgm:prSet presAssocID="{F433A8E4-49CF-472B-A799-63D033B15CAA}" presName="text" presStyleLbl="fgAcc0" presStyleIdx="0" presStyleCnt="3">
        <dgm:presLayoutVars>
          <dgm:chPref val="3"/>
        </dgm:presLayoutVars>
      </dgm:prSet>
      <dgm:spPr/>
    </dgm:pt>
    <dgm:pt modelId="{D1A9B526-398F-4CBE-A195-5A55A6797BDA}" type="pres">
      <dgm:prSet presAssocID="{F433A8E4-49CF-472B-A799-63D033B15CAA}" presName="hierChild2" presStyleCnt="0"/>
      <dgm:spPr/>
    </dgm:pt>
    <dgm:pt modelId="{89F4B617-E7B2-4EA9-B81D-E955FA4880FF}" type="pres">
      <dgm:prSet presAssocID="{CE6C9F79-882A-4F4D-BD94-40E65848C1F8}" presName="hierRoot1" presStyleCnt="0"/>
      <dgm:spPr/>
    </dgm:pt>
    <dgm:pt modelId="{67BCCFBC-BA00-4CA8-86E4-C0152A707CD6}" type="pres">
      <dgm:prSet presAssocID="{CE6C9F79-882A-4F4D-BD94-40E65848C1F8}" presName="composite" presStyleCnt="0"/>
      <dgm:spPr/>
    </dgm:pt>
    <dgm:pt modelId="{9E640873-E78A-45EC-8F05-53C9DF7930EC}" type="pres">
      <dgm:prSet presAssocID="{CE6C9F79-882A-4F4D-BD94-40E65848C1F8}" presName="background" presStyleLbl="node0" presStyleIdx="1" presStyleCnt="3"/>
      <dgm:spPr/>
    </dgm:pt>
    <dgm:pt modelId="{BF87DFA9-70D8-4450-9C29-166CA6E03AF3}" type="pres">
      <dgm:prSet presAssocID="{CE6C9F79-882A-4F4D-BD94-40E65848C1F8}" presName="text" presStyleLbl="fgAcc0" presStyleIdx="1" presStyleCnt="3">
        <dgm:presLayoutVars>
          <dgm:chPref val="3"/>
        </dgm:presLayoutVars>
      </dgm:prSet>
      <dgm:spPr/>
    </dgm:pt>
    <dgm:pt modelId="{3652E362-A876-4683-8290-240D9F38CED3}" type="pres">
      <dgm:prSet presAssocID="{CE6C9F79-882A-4F4D-BD94-40E65848C1F8}" presName="hierChild2" presStyleCnt="0"/>
      <dgm:spPr/>
    </dgm:pt>
    <dgm:pt modelId="{C91A8344-5BCB-4446-8E32-B8C948F0F043}" type="pres">
      <dgm:prSet presAssocID="{B96106FF-C248-4FA6-9778-34DECC2D2C41}" presName="hierRoot1" presStyleCnt="0"/>
      <dgm:spPr/>
    </dgm:pt>
    <dgm:pt modelId="{B35D0E34-2009-48F7-910A-B91636E41CE6}" type="pres">
      <dgm:prSet presAssocID="{B96106FF-C248-4FA6-9778-34DECC2D2C41}" presName="composite" presStyleCnt="0"/>
      <dgm:spPr/>
    </dgm:pt>
    <dgm:pt modelId="{87C39E19-856A-4A27-A512-DAEEFA7D00A1}" type="pres">
      <dgm:prSet presAssocID="{B96106FF-C248-4FA6-9778-34DECC2D2C41}" presName="background" presStyleLbl="node0" presStyleIdx="2" presStyleCnt="3"/>
      <dgm:spPr/>
    </dgm:pt>
    <dgm:pt modelId="{3820E316-7511-4001-A2E9-E51BEEEAF581}" type="pres">
      <dgm:prSet presAssocID="{B96106FF-C248-4FA6-9778-34DECC2D2C41}" presName="text" presStyleLbl="fgAcc0" presStyleIdx="2" presStyleCnt="3">
        <dgm:presLayoutVars>
          <dgm:chPref val="3"/>
        </dgm:presLayoutVars>
      </dgm:prSet>
      <dgm:spPr/>
    </dgm:pt>
    <dgm:pt modelId="{06A78E4D-D888-41B8-8235-BF23BEBB6E8F}" type="pres">
      <dgm:prSet presAssocID="{B96106FF-C248-4FA6-9778-34DECC2D2C41}" presName="hierChild2" presStyleCnt="0"/>
      <dgm:spPr/>
    </dgm:pt>
  </dgm:ptLst>
  <dgm:cxnLst>
    <dgm:cxn modelId="{B2884F16-03E6-418C-98F8-B4B76B6B843D}" type="presOf" srcId="{CE6C9F79-882A-4F4D-BD94-40E65848C1F8}" destId="{BF87DFA9-70D8-4450-9C29-166CA6E03AF3}" srcOrd="0" destOrd="0" presId="urn:microsoft.com/office/officeart/2005/8/layout/hierarchy1"/>
    <dgm:cxn modelId="{DE67A22E-8624-4586-B4BA-A7AB51CC9652}" srcId="{EC687286-AE8E-4C78-89E3-9D1B5EECAB6E}" destId="{CE6C9F79-882A-4F4D-BD94-40E65848C1F8}" srcOrd="1" destOrd="0" parTransId="{C0DC1AAC-AD04-4456-B5E7-E95BB3C3818E}" sibTransId="{EDAEEC4E-B9F8-4B30-90E8-AA7D1B149D10}"/>
    <dgm:cxn modelId="{2D136C2F-8360-4C70-92F8-CBCCAE266BA5}" type="presOf" srcId="{EC687286-AE8E-4C78-89E3-9D1B5EECAB6E}" destId="{C8E3221F-0E0A-4972-BB3B-BB944011F52E}" srcOrd="0" destOrd="0" presId="urn:microsoft.com/office/officeart/2005/8/layout/hierarchy1"/>
    <dgm:cxn modelId="{BF42D645-4DF6-443D-B021-8DC025E28727}" srcId="{EC687286-AE8E-4C78-89E3-9D1B5EECAB6E}" destId="{B96106FF-C248-4FA6-9778-34DECC2D2C41}" srcOrd="2" destOrd="0" parTransId="{8735C36A-68CA-4DCC-A59E-2090225E7E56}" sibTransId="{0559B5DE-4DBC-4939-B839-C0E1BCFA1BCD}"/>
    <dgm:cxn modelId="{605E5699-53D8-4D47-8A11-0119604ECD70}" type="presOf" srcId="{F433A8E4-49CF-472B-A799-63D033B15CAA}" destId="{7EA6391C-8F52-473E-B68E-266BD7DCE141}" srcOrd="0" destOrd="0" presId="urn:microsoft.com/office/officeart/2005/8/layout/hierarchy1"/>
    <dgm:cxn modelId="{792CB7A1-DCA0-419B-BB73-733EFC418C07}" type="presOf" srcId="{B96106FF-C248-4FA6-9778-34DECC2D2C41}" destId="{3820E316-7511-4001-A2E9-E51BEEEAF581}" srcOrd="0" destOrd="0" presId="urn:microsoft.com/office/officeart/2005/8/layout/hierarchy1"/>
    <dgm:cxn modelId="{873372EB-7689-4A7C-81CC-12C90A946DD9}" srcId="{EC687286-AE8E-4C78-89E3-9D1B5EECAB6E}" destId="{F433A8E4-49CF-472B-A799-63D033B15CAA}" srcOrd="0" destOrd="0" parTransId="{C5C78478-4A9C-40FF-975A-0B77D4D8F82D}" sibTransId="{61B6417B-0BC7-48AE-BB69-8F76A0F226B7}"/>
    <dgm:cxn modelId="{63D315FE-10A5-4A62-A922-9A389B895F8C}" type="presParOf" srcId="{C8E3221F-0E0A-4972-BB3B-BB944011F52E}" destId="{568C87F0-0589-4FD5-B49C-AFD217B46456}" srcOrd="0" destOrd="0" presId="urn:microsoft.com/office/officeart/2005/8/layout/hierarchy1"/>
    <dgm:cxn modelId="{53C07653-8E49-4923-9322-5E6E397D1331}" type="presParOf" srcId="{568C87F0-0589-4FD5-B49C-AFD217B46456}" destId="{7BA295E9-3739-4558-BB20-490D6C459FD0}" srcOrd="0" destOrd="0" presId="urn:microsoft.com/office/officeart/2005/8/layout/hierarchy1"/>
    <dgm:cxn modelId="{B5F01F79-CABC-4FD2-B422-0E516C54F0FE}" type="presParOf" srcId="{7BA295E9-3739-4558-BB20-490D6C459FD0}" destId="{B8716C12-077B-4DE6-8A3F-E9663DDCD4BF}" srcOrd="0" destOrd="0" presId="urn:microsoft.com/office/officeart/2005/8/layout/hierarchy1"/>
    <dgm:cxn modelId="{86158680-6A00-45ED-A661-41FC6F7053FF}" type="presParOf" srcId="{7BA295E9-3739-4558-BB20-490D6C459FD0}" destId="{7EA6391C-8F52-473E-B68E-266BD7DCE141}" srcOrd="1" destOrd="0" presId="urn:microsoft.com/office/officeart/2005/8/layout/hierarchy1"/>
    <dgm:cxn modelId="{5FEE70F1-AA24-4F38-B236-9284529036B5}" type="presParOf" srcId="{568C87F0-0589-4FD5-B49C-AFD217B46456}" destId="{D1A9B526-398F-4CBE-A195-5A55A6797BDA}" srcOrd="1" destOrd="0" presId="urn:microsoft.com/office/officeart/2005/8/layout/hierarchy1"/>
    <dgm:cxn modelId="{9E80ADDD-3274-4C63-BB75-A0BCD00E7C18}" type="presParOf" srcId="{C8E3221F-0E0A-4972-BB3B-BB944011F52E}" destId="{89F4B617-E7B2-4EA9-B81D-E955FA4880FF}" srcOrd="1" destOrd="0" presId="urn:microsoft.com/office/officeart/2005/8/layout/hierarchy1"/>
    <dgm:cxn modelId="{C29D99FF-742C-4C4E-AF87-003F7B7ACFCA}" type="presParOf" srcId="{89F4B617-E7B2-4EA9-B81D-E955FA4880FF}" destId="{67BCCFBC-BA00-4CA8-86E4-C0152A707CD6}" srcOrd="0" destOrd="0" presId="urn:microsoft.com/office/officeart/2005/8/layout/hierarchy1"/>
    <dgm:cxn modelId="{DF8F37BD-F796-4A6C-ACAF-5E6D0362E60F}" type="presParOf" srcId="{67BCCFBC-BA00-4CA8-86E4-C0152A707CD6}" destId="{9E640873-E78A-45EC-8F05-53C9DF7930EC}" srcOrd="0" destOrd="0" presId="urn:microsoft.com/office/officeart/2005/8/layout/hierarchy1"/>
    <dgm:cxn modelId="{469F0631-36D6-4B48-B34D-9EBC2D92AE58}" type="presParOf" srcId="{67BCCFBC-BA00-4CA8-86E4-C0152A707CD6}" destId="{BF87DFA9-70D8-4450-9C29-166CA6E03AF3}" srcOrd="1" destOrd="0" presId="urn:microsoft.com/office/officeart/2005/8/layout/hierarchy1"/>
    <dgm:cxn modelId="{23666353-325D-48AC-A008-217B923E63ED}" type="presParOf" srcId="{89F4B617-E7B2-4EA9-B81D-E955FA4880FF}" destId="{3652E362-A876-4683-8290-240D9F38CED3}" srcOrd="1" destOrd="0" presId="urn:microsoft.com/office/officeart/2005/8/layout/hierarchy1"/>
    <dgm:cxn modelId="{8D3D23E4-CA6A-49AF-A9FF-5758D6000A69}" type="presParOf" srcId="{C8E3221F-0E0A-4972-BB3B-BB944011F52E}" destId="{C91A8344-5BCB-4446-8E32-B8C948F0F043}" srcOrd="2" destOrd="0" presId="urn:microsoft.com/office/officeart/2005/8/layout/hierarchy1"/>
    <dgm:cxn modelId="{5C60DC49-8473-4FD9-9FF7-5AE51F3BA7FB}" type="presParOf" srcId="{C91A8344-5BCB-4446-8E32-B8C948F0F043}" destId="{B35D0E34-2009-48F7-910A-B91636E41CE6}" srcOrd="0" destOrd="0" presId="urn:microsoft.com/office/officeart/2005/8/layout/hierarchy1"/>
    <dgm:cxn modelId="{6BE2C3C1-56F8-4EDF-83C8-3DFFD7DA5E8C}" type="presParOf" srcId="{B35D0E34-2009-48F7-910A-B91636E41CE6}" destId="{87C39E19-856A-4A27-A512-DAEEFA7D00A1}" srcOrd="0" destOrd="0" presId="urn:microsoft.com/office/officeart/2005/8/layout/hierarchy1"/>
    <dgm:cxn modelId="{E79E722B-C4AB-49AD-965A-42844CCA9EBD}" type="presParOf" srcId="{B35D0E34-2009-48F7-910A-B91636E41CE6}" destId="{3820E316-7511-4001-A2E9-E51BEEEAF581}" srcOrd="1" destOrd="0" presId="urn:microsoft.com/office/officeart/2005/8/layout/hierarchy1"/>
    <dgm:cxn modelId="{47036330-69AC-4AC2-AA49-CE99E32898AA}" type="presParOf" srcId="{C91A8344-5BCB-4446-8E32-B8C948F0F043}" destId="{06A78E4D-D888-41B8-8235-BF23BEBB6E8F}"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2070BC0-93AE-4526-9C6C-98C6470864CB}"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8DA2556F-8E54-4544-B51C-1CFDC5F9632D}">
      <dgm:prSet custT="1"/>
      <dgm:spPr/>
      <dgm:t>
        <a:bodyPr/>
        <a:lstStyle/>
        <a:p>
          <a:r>
            <a:rPr lang="en-US" sz="1600" b="1"/>
            <a:t>Gradient Boosting, XGBoost, and AdaBoost</a:t>
          </a:r>
          <a:r>
            <a:rPr lang="en-US" sz="1600"/>
            <a:t> models demonstrate consistent and good performance along with much better generalization capabilities than the other 3 models for all 3 datasets - the original, the </a:t>
          </a:r>
          <a:r>
            <a:rPr lang="en-US" sz="1600" b="1"/>
            <a:t>oversampled</a:t>
          </a:r>
          <a:r>
            <a:rPr lang="en-US" sz="1600"/>
            <a:t>, and the </a:t>
          </a:r>
          <a:r>
            <a:rPr lang="en-US" sz="1600" b="1"/>
            <a:t>undersampled</a:t>
          </a:r>
          <a:r>
            <a:rPr lang="en-US" sz="1600"/>
            <a:t>. </a:t>
          </a:r>
        </a:p>
      </dgm:t>
    </dgm:pt>
    <dgm:pt modelId="{696B5A48-0739-4DE2-8BB8-7CA8C3500368}" type="parTrans" cxnId="{40CA3BCC-63DB-460B-AFAF-7A974D6A13B9}">
      <dgm:prSet/>
      <dgm:spPr/>
      <dgm:t>
        <a:bodyPr/>
        <a:lstStyle/>
        <a:p>
          <a:endParaRPr lang="en-US" sz="1600"/>
        </a:p>
      </dgm:t>
    </dgm:pt>
    <dgm:pt modelId="{C316E046-A54A-4A34-BA27-20F0ED4B295F}" type="sibTrans" cxnId="{40CA3BCC-63DB-460B-AFAF-7A974D6A13B9}">
      <dgm:prSet custT="1"/>
      <dgm:spPr/>
      <dgm:t>
        <a:bodyPr/>
        <a:lstStyle/>
        <a:p>
          <a:endParaRPr lang="en-US" sz="1600"/>
        </a:p>
      </dgm:t>
    </dgm:pt>
    <dgm:pt modelId="{26716E3E-3FC6-459F-88DD-8BC3308935DB}">
      <dgm:prSet custT="1"/>
      <dgm:spPr/>
      <dgm:t>
        <a:bodyPr/>
        <a:lstStyle/>
        <a:p>
          <a:r>
            <a:rPr lang="en-US" sz="1600"/>
            <a:t>So, we will tune these three models to see if we can improve their performance. </a:t>
          </a:r>
        </a:p>
      </dgm:t>
    </dgm:pt>
    <dgm:pt modelId="{A4137E49-6AF2-4F19-90B9-6FE53902F55F}" type="parTrans" cxnId="{81381F52-4B26-43D6-A1D0-13484F59513B}">
      <dgm:prSet/>
      <dgm:spPr/>
      <dgm:t>
        <a:bodyPr/>
        <a:lstStyle/>
        <a:p>
          <a:endParaRPr lang="en-US" sz="1600"/>
        </a:p>
      </dgm:t>
    </dgm:pt>
    <dgm:pt modelId="{00FE8753-EA08-42F5-A170-0BC501B45A26}" type="sibTrans" cxnId="{81381F52-4B26-43D6-A1D0-13484F59513B}">
      <dgm:prSet custT="1"/>
      <dgm:spPr/>
      <dgm:t>
        <a:bodyPr/>
        <a:lstStyle/>
        <a:p>
          <a:endParaRPr lang="en-US" sz="1600"/>
        </a:p>
      </dgm:t>
    </dgm:pt>
    <dgm:pt modelId="{531039C0-C46A-4CF7-A80D-130D2A885637}">
      <dgm:prSet custT="1"/>
      <dgm:spPr/>
      <dgm:t>
        <a:bodyPr/>
        <a:lstStyle/>
        <a:p>
          <a:r>
            <a:rPr lang="en-US" sz="1600"/>
            <a:t>We will also try to tune the random forest model and see if we can solve the problem of overfitting and enhance its performance. </a:t>
          </a:r>
        </a:p>
      </dgm:t>
    </dgm:pt>
    <dgm:pt modelId="{57026077-4409-4064-A126-E24EFE6A7B79}" type="parTrans" cxnId="{D65D1CA3-7675-445B-98CF-3260777B5B2C}">
      <dgm:prSet/>
      <dgm:spPr/>
      <dgm:t>
        <a:bodyPr/>
        <a:lstStyle/>
        <a:p>
          <a:endParaRPr lang="en-US" sz="1600"/>
        </a:p>
      </dgm:t>
    </dgm:pt>
    <dgm:pt modelId="{61350131-0011-401E-A556-79C2B306AF32}" type="sibTrans" cxnId="{D65D1CA3-7675-445B-98CF-3260777B5B2C}">
      <dgm:prSet custT="1"/>
      <dgm:spPr/>
      <dgm:t>
        <a:bodyPr/>
        <a:lstStyle/>
        <a:p>
          <a:endParaRPr lang="en-US" sz="1600"/>
        </a:p>
      </dgm:t>
    </dgm:pt>
    <dgm:pt modelId="{4F67692E-B44F-4230-8EB4-46F34AFC152A}">
      <dgm:prSet custT="1"/>
      <dgm:spPr/>
      <dgm:t>
        <a:bodyPr/>
        <a:lstStyle/>
        <a:p>
          <a:r>
            <a:rPr lang="en-US" sz="1600"/>
            <a:t>We will tune the </a:t>
          </a:r>
          <a:r>
            <a:rPr lang="en-US" sz="1600" b="1"/>
            <a:t>Gradient Boosting classifier and AdaBoost classifier</a:t>
          </a:r>
          <a:r>
            <a:rPr lang="en-US" sz="1600"/>
            <a:t> using the original data, as it gives better results for these two models.</a:t>
          </a:r>
        </a:p>
      </dgm:t>
    </dgm:pt>
    <dgm:pt modelId="{689E4A10-5EBD-4214-9E5D-B8A421168B40}" type="parTrans" cxnId="{CC0CCF6C-FA09-4F9A-96D4-FE7F278EDFD2}">
      <dgm:prSet/>
      <dgm:spPr/>
      <dgm:t>
        <a:bodyPr/>
        <a:lstStyle/>
        <a:p>
          <a:endParaRPr lang="en-US" sz="1600"/>
        </a:p>
      </dgm:t>
    </dgm:pt>
    <dgm:pt modelId="{0BC79BCC-985A-4AE6-BF60-D4E55851A315}" type="sibTrans" cxnId="{CC0CCF6C-FA09-4F9A-96D4-FE7F278EDFD2}">
      <dgm:prSet custT="1"/>
      <dgm:spPr/>
      <dgm:t>
        <a:bodyPr/>
        <a:lstStyle/>
        <a:p>
          <a:endParaRPr lang="en-US" sz="1600"/>
        </a:p>
      </dgm:t>
    </dgm:pt>
    <dgm:pt modelId="{87B3FA4D-834A-445A-B11B-6493FC47FCBD}">
      <dgm:prSet custT="1"/>
      <dgm:spPr/>
      <dgm:t>
        <a:bodyPr/>
        <a:lstStyle/>
        <a:p>
          <a:r>
            <a:rPr lang="en-US" sz="1600"/>
            <a:t>The </a:t>
          </a:r>
          <a:r>
            <a:rPr lang="en-US" sz="1600" b="1"/>
            <a:t>XGBoost classifier and Random Forest</a:t>
          </a:r>
          <a:r>
            <a:rPr lang="en-US" sz="1600"/>
            <a:t> classifier will be tuned using the </a:t>
          </a:r>
          <a:r>
            <a:rPr lang="en-US" sz="1600" b="1"/>
            <a:t>oversampled</a:t>
          </a:r>
          <a:r>
            <a:rPr lang="en-US" sz="1600"/>
            <a:t> data.</a:t>
          </a:r>
        </a:p>
      </dgm:t>
    </dgm:pt>
    <dgm:pt modelId="{A3E3F000-5878-4CF5-A25C-783CB79BC377}" type="parTrans" cxnId="{2C37D434-110E-46B4-A162-98A27C94E5B4}">
      <dgm:prSet/>
      <dgm:spPr/>
      <dgm:t>
        <a:bodyPr/>
        <a:lstStyle/>
        <a:p>
          <a:endParaRPr lang="en-US" sz="1600"/>
        </a:p>
      </dgm:t>
    </dgm:pt>
    <dgm:pt modelId="{AC312C25-8551-49C2-A17D-CBB70644D791}" type="sibTrans" cxnId="{2C37D434-110E-46B4-A162-98A27C94E5B4}">
      <dgm:prSet/>
      <dgm:spPr/>
      <dgm:t>
        <a:bodyPr/>
        <a:lstStyle/>
        <a:p>
          <a:endParaRPr lang="en-US" sz="1600"/>
        </a:p>
      </dgm:t>
    </dgm:pt>
    <dgm:pt modelId="{003799F3-7156-470F-8D88-0471C4264224}" type="pres">
      <dgm:prSet presAssocID="{E2070BC0-93AE-4526-9C6C-98C6470864CB}" presName="outerComposite" presStyleCnt="0">
        <dgm:presLayoutVars>
          <dgm:chMax val="5"/>
          <dgm:dir/>
          <dgm:resizeHandles val="exact"/>
        </dgm:presLayoutVars>
      </dgm:prSet>
      <dgm:spPr/>
    </dgm:pt>
    <dgm:pt modelId="{D014E230-8557-4969-B05F-552C52C1289E}" type="pres">
      <dgm:prSet presAssocID="{E2070BC0-93AE-4526-9C6C-98C6470864CB}" presName="dummyMaxCanvas" presStyleCnt="0">
        <dgm:presLayoutVars/>
      </dgm:prSet>
      <dgm:spPr/>
    </dgm:pt>
    <dgm:pt modelId="{6F334895-2818-46D1-A4F3-3E2758F7A6B5}" type="pres">
      <dgm:prSet presAssocID="{E2070BC0-93AE-4526-9C6C-98C6470864CB}" presName="FiveNodes_1" presStyleLbl="node1" presStyleIdx="0" presStyleCnt="5">
        <dgm:presLayoutVars>
          <dgm:bulletEnabled val="1"/>
        </dgm:presLayoutVars>
      </dgm:prSet>
      <dgm:spPr/>
    </dgm:pt>
    <dgm:pt modelId="{88FCCED9-4EC6-42CD-90E4-B14A6DD7C95E}" type="pres">
      <dgm:prSet presAssocID="{E2070BC0-93AE-4526-9C6C-98C6470864CB}" presName="FiveNodes_2" presStyleLbl="node1" presStyleIdx="1" presStyleCnt="5">
        <dgm:presLayoutVars>
          <dgm:bulletEnabled val="1"/>
        </dgm:presLayoutVars>
      </dgm:prSet>
      <dgm:spPr/>
    </dgm:pt>
    <dgm:pt modelId="{1AF6C10C-A739-4725-ACF3-F2440791E93A}" type="pres">
      <dgm:prSet presAssocID="{E2070BC0-93AE-4526-9C6C-98C6470864CB}" presName="FiveNodes_3" presStyleLbl="node1" presStyleIdx="2" presStyleCnt="5">
        <dgm:presLayoutVars>
          <dgm:bulletEnabled val="1"/>
        </dgm:presLayoutVars>
      </dgm:prSet>
      <dgm:spPr/>
    </dgm:pt>
    <dgm:pt modelId="{05DE6460-83AA-4C65-8A93-DD9D036BFB5D}" type="pres">
      <dgm:prSet presAssocID="{E2070BC0-93AE-4526-9C6C-98C6470864CB}" presName="FiveNodes_4" presStyleLbl="node1" presStyleIdx="3" presStyleCnt="5">
        <dgm:presLayoutVars>
          <dgm:bulletEnabled val="1"/>
        </dgm:presLayoutVars>
      </dgm:prSet>
      <dgm:spPr/>
    </dgm:pt>
    <dgm:pt modelId="{9ECE8D4D-F80D-4B0C-8C83-8BE32F296165}" type="pres">
      <dgm:prSet presAssocID="{E2070BC0-93AE-4526-9C6C-98C6470864CB}" presName="FiveNodes_5" presStyleLbl="node1" presStyleIdx="4" presStyleCnt="5">
        <dgm:presLayoutVars>
          <dgm:bulletEnabled val="1"/>
        </dgm:presLayoutVars>
      </dgm:prSet>
      <dgm:spPr/>
    </dgm:pt>
    <dgm:pt modelId="{57FBAE1D-EBB5-4BD9-B2D5-DF109052CC86}" type="pres">
      <dgm:prSet presAssocID="{E2070BC0-93AE-4526-9C6C-98C6470864CB}" presName="FiveConn_1-2" presStyleLbl="fgAccFollowNode1" presStyleIdx="0" presStyleCnt="4">
        <dgm:presLayoutVars>
          <dgm:bulletEnabled val="1"/>
        </dgm:presLayoutVars>
      </dgm:prSet>
      <dgm:spPr/>
    </dgm:pt>
    <dgm:pt modelId="{B70CC726-FA53-4E68-81F6-8C21622E356C}" type="pres">
      <dgm:prSet presAssocID="{E2070BC0-93AE-4526-9C6C-98C6470864CB}" presName="FiveConn_2-3" presStyleLbl="fgAccFollowNode1" presStyleIdx="1" presStyleCnt="4">
        <dgm:presLayoutVars>
          <dgm:bulletEnabled val="1"/>
        </dgm:presLayoutVars>
      </dgm:prSet>
      <dgm:spPr/>
    </dgm:pt>
    <dgm:pt modelId="{D0F44BB6-B39D-416F-B047-FFD38E47CE18}" type="pres">
      <dgm:prSet presAssocID="{E2070BC0-93AE-4526-9C6C-98C6470864CB}" presName="FiveConn_3-4" presStyleLbl="fgAccFollowNode1" presStyleIdx="2" presStyleCnt="4">
        <dgm:presLayoutVars>
          <dgm:bulletEnabled val="1"/>
        </dgm:presLayoutVars>
      </dgm:prSet>
      <dgm:spPr/>
    </dgm:pt>
    <dgm:pt modelId="{385FA82C-08E5-4394-AA4F-683311D17437}" type="pres">
      <dgm:prSet presAssocID="{E2070BC0-93AE-4526-9C6C-98C6470864CB}" presName="FiveConn_4-5" presStyleLbl="fgAccFollowNode1" presStyleIdx="3" presStyleCnt="4">
        <dgm:presLayoutVars>
          <dgm:bulletEnabled val="1"/>
        </dgm:presLayoutVars>
      </dgm:prSet>
      <dgm:spPr/>
    </dgm:pt>
    <dgm:pt modelId="{68C7E67D-46D4-48B3-A126-B68F1E81F427}" type="pres">
      <dgm:prSet presAssocID="{E2070BC0-93AE-4526-9C6C-98C6470864CB}" presName="FiveNodes_1_text" presStyleLbl="node1" presStyleIdx="4" presStyleCnt="5">
        <dgm:presLayoutVars>
          <dgm:bulletEnabled val="1"/>
        </dgm:presLayoutVars>
      </dgm:prSet>
      <dgm:spPr/>
    </dgm:pt>
    <dgm:pt modelId="{93761FF8-263C-40EE-BEC4-C8AF60B598FF}" type="pres">
      <dgm:prSet presAssocID="{E2070BC0-93AE-4526-9C6C-98C6470864CB}" presName="FiveNodes_2_text" presStyleLbl="node1" presStyleIdx="4" presStyleCnt="5">
        <dgm:presLayoutVars>
          <dgm:bulletEnabled val="1"/>
        </dgm:presLayoutVars>
      </dgm:prSet>
      <dgm:spPr/>
    </dgm:pt>
    <dgm:pt modelId="{07AA94F3-E44A-41F3-A3DE-9F56CFF73AE0}" type="pres">
      <dgm:prSet presAssocID="{E2070BC0-93AE-4526-9C6C-98C6470864CB}" presName="FiveNodes_3_text" presStyleLbl="node1" presStyleIdx="4" presStyleCnt="5">
        <dgm:presLayoutVars>
          <dgm:bulletEnabled val="1"/>
        </dgm:presLayoutVars>
      </dgm:prSet>
      <dgm:spPr/>
    </dgm:pt>
    <dgm:pt modelId="{CF518D2D-FB9E-45A7-89B6-88F6881971D4}" type="pres">
      <dgm:prSet presAssocID="{E2070BC0-93AE-4526-9C6C-98C6470864CB}" presName="FiveNodes_4_text" presStyleLbl="node1" presStyleIdx="4" presStyleCnt="5">
        <dgm:presLayoutVars>
          <dgm:bulletEnabled val="1"/>
        </dgm:presLayoutVars>
      </dgm:prSet>
      <dgm:spPr/>
    </dgm:pt>
    <dgm:pt modelId="{7158C2B2-21C5-430F-B9B5-5C78C2B836A0}" type="pres">
      <dgm:prSet presAssocID="{E2070BC0-93AE-4526-9C6C-98C6470864CB}" presName="FiveNodes_5_text" presStyleLbl="node1" presStyleIdx="4" presStyleCnt="5">
        <dgm:presLayoutVars>
          <dgm:bulletEnabled val="1"/>
        </dgm:presLayoutVars>
      </dgm:prSet>
      <dgm:spPr/>
    </dgm:pt>
  </dgm:ptLst>
  <dgm:cxnLst>
    <dgm:cxn modelId="{2C37D434-110E-46B4-A162-98A27C94E5B4}" srcId="{E2070BC0-93AE-4526-9C6C-98C6470864CB}" destId="{87B3FA4D-834A-445A-B11B-6493FC47FCBD}" srcOrd="4" destOrd="0" parTransId="{A3E3F000-5878-4CF5-A25C-783CB79BC377}" sibTransId="{AC312C25-8551-49C2-A17D-CBB70644D791}"/>
    <dgm:cxn modelId="{F818603B-C859-4E50-AA1D-0E88E372FEC5}" type="presOf" srcId="{8DA2556F-8E54-4544-B51C-1CFDC5F9632D}" destId="{68C7E67D-46D4-48B3-A126-B68F1E81F427}" srcOrd="1" destOrd="0" presId="urn:microsoft.com/office/officeart/2005/8/layout/vProcess5"/>
    <dgm:cxn modelId="{8ECF3E48-4D71-480D-A57D-FCD73842BFF4}" type="presOf" srcId="{0BC79BCC-985A-4AE6-BF60-D4E55851A315}" destId="{385FA82C-08E5-4394-AA4F-683311D17437}" srcOrd="0" destOrd="0" presId="urn:microsoft.com/office/officeart/2005/8/layout/vProcess5"/>
    <dgm:cxn modelId="{CC0CCF6C-FA09-4F9A-96D4-FE7F278EDFD2}" srcId="{E2070BC0-93AE-4526-9C6C-98C6470864CB}" destId="{4F67692E-B44F-4230-8EB4-46F34AFC152A}" srcOrd="3" destOrd="0" parTransId="{689E4A10-5EBD-4214-9E5D-B8A421168B40}" sibTransId="{0BC79BCC-985A-4AE6-BF60-D4E55851A315}"/>
    <dgm:cxn modelId="{1C36BB4E-88A7-4C81-835B-243A7D99D7D8}" type="presOf" srcId="{C316E046-A54A-4A34-BA27-20F0ED4B295F}" destId="{57FBAE1D-EBB5-4BD9-B2D5-DF109052CC86}" srcOrd="0" destOrd="0" presId="urn:microsoft.com/office/officeart/2005/8/layout/vProcess5"/>
    <dgm:cxn modelId="{81381F52-4B26-43D6-A1D0-13484F59513B}" srcId="{E2070BC0-93AE-4526-9C6C-98C6470864CB}" destId="{26716E3E-3FC6-459F-88DD-8BC3308935DB}" srcOrd="1" destOrd="0" parTransId="{A4137E49-6AF2-4F19-90B9-6FE53902F55F}" sibTransId="{00FE8753-EA08-42F5-A170-0BC501B45A26}"/>
    <dgm:cxn modelId="{628A8478-4ACE-426C-8653-176E1F771FF9}" type="presOf" srcId="{531039C0-C46A-4CF7-A80D-130D2A885637}" destId="{07AA94F3-E44A-41F3-A3DE-9F56CFF73AE0}" srcOrd="1" destOrd="0" presId="urn:microsoft.com/office/officeart/2005/8/layout/vProcess5"/>
    <dgm:cxn modelId="{1FA3357B-4D53-4F1D-81E7-23A5EE72EB48}" type="presOf" srcId="{87B3FA4D-834A-445A-B11B-6493FC47FCBD}" destId="{9ECE8D4D-F80D-4B0C-8C83-8BE32F296165}" srcOrd="0" destOrd="0" presId="urn:microsoft.com/office/officeart/2005/8/layout/vProcess5"/>
    <dgm:cxn modelId="{1FDB818A-8C04-4E25-A77F-2B69EEB48901}" type="presOf" srcId="{4F67692E-B44F-4230-8EB4-46F34AFC152A}" destId="{05DE6460-83AA-4C65-8A93-DD9D036BFB5D}" srcOrd="0" destOrd="0" presId="urn:microsoft.com/office/officeart/2005/8/layout/vProcess5"/>
    <dgm:cxn modelId="{6C475D9C-4729-48C5-B591-ACB69DC773F5}" type="presOf" srcId="{26716E3E-3FC6-459F-88DD-8BC3308935DB}" destId="{93761FF8-263C-40EE-BEC4-C8AF60B598FF}" srcOrd="1" destOrd="0" presId="urn:microsoft.com/office/officeart/2005/8/layout/vProcess5"/>
    <dgm:cxn modelId="{AB94CF9E-615B-4FF6-AB23-E6685D87817A}" type="presOf" srcId="{26716E3E-3FC6-459F-88DD-8BC3308935DB}" destId="{88FCCED9-4EC6-42CD-90E4-B14A6DD7C95E}" srcOrd="0" destOrd="0" presId="urn:microsoft.com/office/officeart/2005/8/layout/vProcess5"/>
    <dgm:cxn modelId="{D65D1CA3-7675-445B-98CF-3260777B5B2C}" srcId="{E2070BC0-93AE-4526-9C6C-98C6470864CB}" destId="{531039C0-C46A-4CF7-A80D-130D2A885637}" srcOrd="2" destOrd="0" parTransId="{57026077-4409-4064-A126-E24EFE6A7B79}" sibTransId="{61350131-0011-401E-A556-79C2B306AF32}"/>
    <dgm:cxn modelId="{4F778AB3-E5BB-42EF-897C-3E82F8CFF758}" type="presOf" srcId="{E2070BC0-93AE-4526-9C6C-98C6470864CB}" destId="{003799F3-7156-470F-8D88-0471C4264224}" srcOrd="0" destOrd="0" presId="urn:microsoft.com/office/officeart/2005/8/layout/vProcess5"/>
    <dgm:cxn modelId="{E2AA2FB7-58EF-4768-8AD9-17AAC8B7B2B7}" type="presOf" srcId="{531039C0-C46A-4CF7-A80D-130D2A885637}" destId="{1AF6C10C-A739-4725-ACF3-F2440791E93A}" srcOrd="0" destOrd="0" presId="urn:microsoft.com/office/officeart/2005/8/layout/vProcess5"/>
    <dgm:cxn modelId="{96D61AC7-7B61-45D8-A1E5-C92D46CD6D33}" type="presOf" srcId="{87B3FA4D-834A-445A-B11B-6493FC47FCBD}" destId="{7158C2B2-21C5-430F-B9B5-5C78C2B836A0}" srcOrd="1" destOrd="0" presId="urn:microsoft.com/office/officeart/2005/8/layout/vProcess5"/>
    <dgm:cxn modelId="{40CA3BCC-63DB-460B-AFAF-7A974D6A13B9}" srcId="{E2070BC0-93AE-4526-9C6C-98C6470864CB}" destId="{8DA2556F-8E54-4544-B51C-1CFDC5F9632D}" srcOrd="0" destOrd="0" parTransId="{696B5A48-0739-4DE2-8BB8-7CA8C3500368}" sibTransId="{C316E046-A54A-4A34-BA27-20F0ED4B295F}"/>
    <dgm:cxn modelId="{437134D1-4E3D-41CB-8415-3A717EF8E6E4}" type="presOf" srcId="{00FE8753-EA08-42F5-A170-0BC501B45A26}" destId="{B70CC726-FA53-4E68-81F6-8C21622E356C}" srcOrd="0" destOrd="0" presId="urn:microsoft.com/office/officeart/2005/8/layout/vProcess5"/>
    <dgm:cxn modelId="{A466FCDC-BFED-4733-A77C-4832F5DB8F8E}" type="presOf" srcId="{8DA2556F-8E54-4544-B51C-1CFDC5F9632D}" destId="{6F334895-2818-46D1-A4F3-3E2758F7A6B5}" srcOrd="0" destOrd="0" presId="urn:microsoft.com/office/officeart/2005/8/layout/vProcess5"/>
    <dgm:cxn modelId="{3DCA2EDD-2CF9-4075-93BB-B52E9E86A22A}" type="presOf" srcId="{4F67692E-B44F-4230-8EB4-46F34AFC152A}" destId="{CF518D2D-FB9E-45A7-89B6-88F6881971D4}" srcOrd="1" destOrd="0" presId="urn:microsoft.com/office/officeart/2005/8/layout/vProcess5"/>
    <dgm:cxn modelId="{8B0760EE-50ED-465F-8B60-58639968748F}" type="presOf" srcId="{61350131-0011-401E-A556-79C2B306AF32}" destId="{D0F44BB6-B39D-416F-B047-FFD38E47CE18}" srcOrd="0" destOrd="0" presId="urn:microsoft.com/office/officeart/2005/8/layout/vProcess5"/>
    <dgm:cxn modelId="{E3CD3F55-A1F9-44D6-896D-BF96D09E7386}" type="presParOf" srcId="{003799F3-7156-470F-8D88-0471C4264224}" destId="{D014E230-8557-4969-B05F-552C52C1289E}" srcOrd="0" destOrd="0" presId="urn:microsoft.com/office/officeart/2005/8/layout/vProcess5"/>
    <dgm:cxn modelId="{D314E449-7391-4BDD-AC37-BA9BBF1D98F1}" type="presParOf" srcId="{003799F3-7156-470F-8D88-0471C4264224}" destId="{6F334895-2818-46D1-A4F3-3E2758F7A6B5}" srcOrd="1" destOrd="0" presId="urn:microsoft.com/office/officeart/2005/8/layout/vProcess5"/>
    <dgm:cxn modelId="{D80AFFBD-FD23-481C-87C8-488EEB98E05A}" type="presParOf" srcId="{003799F3-7156-470F-8D88-0471C4264224}" destId="{88FCCED9-4EC6-42CD-90E4-B14A6DD7C95E}" srcOrd="2" destOrd="0" presId="urn:microsoft.com/office/officeart/2005/8/layout/vProcess5"/>
    <dgm:cxn modelId="{A7377DF3-DDEA-4219-8094-C082EA06581C}" type="presParOf" srcId="{003799F3-7156-470F-8D88-0471C4264224}" destId="{1AF6C10C-A739-4725-ACF3-F2440791E93A}" srcOrd="3" destOrd="0" presId="urn:microsoft.com/office/officeart/2005/8/layout/vProcess5"/>
    <dgm:cxn modelId="{55C089ED-A2F8-4709-B916-C785E51ADAA8}" type="presParOf" srcId="{003799F3-7156-470F-8D88-0471C4264224}" destId="{05DE6460-83AA-4C65-8A93-DD9D036BFB5D}" srcOrd="4" destOrd="0" presId="urn:microsoft.com/office/officeart/2005/8/layout/vProcess5"/>
    <dgm:cxn modelId="{9DD7389C-C36E-443E-88BB-4F477FABBC7B}" type="presParOf" srcId="{003799F3-7156-470F-8D88-0471C4264224}" destId="{9ECE8D4D-F80D-4B0C-8C83-8BE32F296165}" srcOrd="5" destOrd="0" presId="urn:microsoft.com/office/officeart/2005/8/layout/vProcess5"/>
    <dgm:cxn modelId="{D401C63C-F9F6-4554-84ED-9CBF30646063}" type="presParOf" srcId="{003799F3-7156-470F-8D88-0471C4264224}" destId="{57FBAE1D-EBB5-4BD9-B2D5-DF109052CC86}" srcOrd="6" destOrd="0" presId="urn:microsoft.com/office/officeart/2005/8/layout/vProcess5"/>
    <dgm:cxn modelId="{114C16E8-4586-472E-9C20-D27750254186}" type="presParOf" srcId="{003799F3-7156-470F-8D88-0471C4264224}" destId="{B70CC726-FA53-4E68-81F6-8C21622E356C}" srcOrd="7" destOrd="0" presId="urn:microsoft.com/office/officeart/2005/8/layout/vProcess5"/>
    <dgm:cxn modelId="{22E43C75-B4E3-4267-A4E7-89916C9DFE58}" type="presParOf" srcId="{003799F3-7156-470F-8D88-0471C4264224}" destId="{D0F44BB6-B39D-416F-B047-FFD38E47CE18}" srcOrd="8" destOrd="0" presId="urn:microsoft.com/office/officeart/2005/8/layout/vProcess5"/>
    <dgm:cxn modelId="{D63A78A8-4BC7-4E89-B537-E457A30B2DC8}" type="presParOf" srcId="{003799F3-7156-470F-8D88-0471C4264224}" destId="{385FA82C-08E5-4394-AA4F-683311D17437}" srcOrd="9" destOrd="0" presId="urn:microsoft.com/office/officeart/2005/8/layout/vProcess5"/>
    <dgm:cxn modelId="{BFB2A018-36F7-4C40-A957-1DD73DF5C58D}" type="presParOf" srcId="{003799F3-7156-470F-8D88-0471C4264224}" destId="{68C7E67D-46D4-48B3-A126-B68F1E81F427}" srcOrd="10" destOrd="0" presId="urn:microsoft.com/office/officeart/2005/8/layout/vProcess5"/>
    <dgm:cxn modelId="{18E8A094-6145-4A5E-BF7E-CCDFAB807DDF}" type="presParOf" srcId="{003799F3-7156-470F-8D88-0471C4264224}" destId="{93761FF8-263C-40EE-BEC4-C8AF60B598FF}" srcOrd="11" destOrd="0" presId="urn:microsoft.com/office/officeart/2005/8/layout/vProcess5"/>
    <dgm:cxn modelId="{4240523B-37BE-45DF-9F40-A3A634768C18}" type="presParOf" srcId="{003799F3-7156-470F-8D88-0471C4264224}" destId="{07AA94F3-E44A-41F3-A3DE-9F56CFF73AE0}" srcOrd="12" destOrd="0" presId="urn:microsoft.com/office/officeart/2005/8/layout/vProcess5"/>
    <dgm:cxn modelId="{B8E2FE16-833E-420A-91BE-DF1113E0096C}" type="presParOf" srcId="{003799F3-7156-470F-8D88-0471C4264224}" destId="{CF518D2D-FB9E-45A7-89B6-88F6881971D4}" srcOrd="13" destOrd="0" presId="urn:microsoft.com/office/officeart/2005/8/layout/vProcess5"/>
    <dgm:cxn modelId="{4050111C-62D2-4D6E-8E99-26AB7D30A2A1}" type="presParOf" srcId="{003799F3-7156-470F-8D88-0471C4264224}" destId="{7158C2B2-21C5-430F-B9B5-5C78C2B836A0}" srcOrd="14"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2D01273-5C5F-47CF-8DB4-E383F7BD7C6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82AEF2C-7F5E-4D0F-927B-630660DC7761}">
      <dgm:prSet/>
      <dgm:spPr/>
      <dgm:t>
        <a:bodyPr/>
        <a:lstStyle/>
        <a:p>
          <a:r>
            <a:rPr lang="en-US"/>
            <a:t>The tuned Random Forest classifier exhibits the best performance for visa approval prediction.</a:t>
          </a:r>
        </a:p>
      </dgm:t>
    </dgm:pt>
    <dgm:pt modelId="{52ADF065-58E8-429F-9B6C-2C045832E0B6}" type="parTrans" cxnId="{01BCA942-7CC4-470E-AA69-505BC5A41A88}">
      <dgm:prSet/>
      <dgm:spPr/>
      <dgm:t>
        <a:bodyPr/>
        <a:lstStyle/>
        <a:p>
          <a:endParaRPr lang="en-US"/>
        </a:p>
      </dgm:t>
    </dgm:pt>
    <dgm:pt modelId="{80ECF4DE-96B9-400D-BE6D-466E36B8015C}" type="sibTrans" cxnId="{01BCA942-7CC4-470E-AA69-505BC5A41A88}">
      <dgm:prSet/>
      <dgm:spPr/>
      <dgm:t>
        <a:bodyPr/>
        <a:lstStyle/>
        <a:p>
          <a:endParaRPr lang="en-US"/>
        </a:p>
      </dgm:t>
    </dgm:pt>
    <dgm:pt modelId="{FBFA90C0-EAB6-4BAB-BF45-64869D6B09BF}">
      <dgm:prSet/>
      <dgm:spPr/>
      <dgm:t>
        <a:bodyPr/>
        <a:lstStyle/>
        <a:p>
          <a:r>
            <a:rPr lang="en-US"/>
            <a:t>Since the Tuned Random Forest classifier gave the best and generalized performance on the test dataset,  we will use it as our final model.</a:t>
          </a:r>
        </a:p>
      </dgm:t>
    </dgm:pt>
    <dgm:pt modelId="{FB989388-C41C-4898-A8BA-024974B8F6E7}" type="parTrans" cxnId="{31FAE3AB-5669-4C79-A558-58D1E27CB2EB}">
      <dgm:prSet/>
      <dgm:spPr/>
      <dgm:t>
        <a:bodyPr/>
        <a:lstStyle/>
        <a:p>
          <a:endParaRPr lang="en-US"/>
        </a:p>
      </dgm:t>
    </dgm:pt>
    <dgm:pt modelId="{A7FDF154-1CA6-4163-AF55-B64C09707A4D}" type="sibTrans" cxnId="{31FAE3AB-5669-4C79-A558-58D1E27CB2EB}">
      <dgm:prSet/>
      <dgm:spPr/>
      <dgm:t>
        <a:bodyPr/>
        <a:lstStyle/>
        <a:p>
          <a:endParaRPr lang="en-US"/>
        </a:p>
      </dgm:t>
    </dgm:pt>
    <dgm:pt modelId="{E94F357A-F961-4ADE-B624-66DA47B4090B}">
      <dgm:prSet/>
      <dgm:spPr/>
      <dgm:t>
        <a:bodyPr/>
        <a:lstStyle/>
        <a:p>
          <a:r>
            <a:rPr lang="en-US"/>
            <a:t>The test set performance of the tuned Random Forest model is as follows:</a:t>
          </a:r>
        </a:p>
      </dgm:t>
    </dgm:pt>
    <dgm:pt modelId="{47C42150-26AF-4FFE-9DDD-5994BDF740B7}" type="parTrans" cxnId="{2AAB6200-48DF-4477-8F5E-8F319D114407}">
      <dgm:prSet/>
      <dgm:spPr/>
      <dgm:t>
        <a:bodyPr/>
        <a:lstStyle/>
        <a:p>
          <a:endParaRPr lang="en-US"/>
        </a:p>
      </dgm:t>
    </dgm:pt>
    <dgm:pt modelId="{1F6FB6C7-1B06-424F-9468-B3CF2D873082}" type="sibTrans" cxnId="{2AAB6200-48DF-4477-8F5E-8F319D114407}">
      <dgm:prSet/>
      <dgm:spPr/>
      <dgm:t>
        <a:bodyPr/>
        <a:lstStyle/>
        <a:p>
          <a:endParaRPr lang="en-US"/>
        </a:p>
      </dgm:t>
    </dgm:pt>
    <dgm:pt modelId="{BF0A8DB7-F678-44ED-8DBA-425971B3AE39}" type="pres">
      <dgm:prSet presAssocID="{E2D01273-5C5F-47CF-8DB4-E383F7BD7C69}" presName="hierChild1" presStyleCnt="0">
        <dgm:presLayoutVars>
          <dgm:chPref val="1"/>
          <dgm:dir/>
          <dgm:animOne val="branch"/>
          <dgm:animLvl val="lvl"/>
          <dgm:resizeHandles/>
        </dgm:presLayoutVars>
      </dgm:prSet>
      <dgm:spPr/>
    </dgm:pt>
    <dgm:pt modelId="{9B439315-2039-4A20-AB2B-261C5C437DF1}" type="pres">
      <dgm:prSet presAssocID="{B82AEF2C-7F5E-4D0F-927B-630660DC7761}" presName="hierRoot1" presStyleCnt="0"/>
      <dgm:spPr/>
    </dgm:pt>
    <dgm:pt modelId="{C592F39C-2288-4481-AD57-7AC0D1448DE4}" type="pres">
      <dgm:prSet presAssocID="{B82AEF2C-7F5E-4D0F-927B-630660DC7761}" presName="composite" presStyleCnt="0"/>
      <dgm:spPr/>
    </dgm:pt>
    <dgm:pt modelId="{28981CBD-A90B-41C6-9576-C0E970714144}" type="pres">
      <dgm:prSet presAssocID="{B82AEF2C-7F5E-4D0F-927B-630660DC7761}" presName="background" presStyleLbl="node0" presStyleIdx="0" presStyleCnt="3"/>
      <dgm:spPr/>
    </dgm:pt>
    <dgm:pt modelId="{C84AC0FA-B2F2-467D-A0C1-8151BCDEA895}" type="pres">
      <dgm:prSet presAssocID="{B82AEF2C-7F5E-4D0F-927B-630660DC7761}" presName="text" presStyleLbl="fgAcc0" presStyleIdx="0" presStyleCnt="3">
        <dgm:presLayoutVars>
          <dgm:chPref val="3"/>
        </dgm:presLayoutVars>
      </dgm:prSet>
      <dgm:spPr/>
    </dgm:pt>
    <dgm:pt modelId="{BA74B4E9-ECF7-45E7-AC13-DA7310F29D0B}" type="pres">
      <dgm:prSet presAssocID="{B82AEF2C-7F5E-4D0F-927B-630660DC7761}" presName="hierChild2" presStyleCnt="0"/>
      <dgm:spPr/>
    </dgm:pt>
    <dgm:pt modelId="{411C4B16-57A0-4742-A5DB-A20AF1043FB4}" type="pres">
      <dgm:prSet presAssocID="{FBFA90C0-EAB6-4BAB-BF45-64869D6B09BF}" presName="hierRoot1" presStyleCnt="0"/>
      <dgm:spPr/>
    </dgm:pt>
    <dgm:pt modelId="{BE074917-1311-43D9-BF24-4339015A71CA}" type="pres">
      <dgm:prSet presAssocID="{FBFA90C0-EAB6-4BAB-BF45-64869D6B09BF}" presName="composite" presStyleCnt="0"/>
      <dgm:spPr/>
    </dgm:pt>
    <dgm:pt modelId="{0BCA65FF-43E1-4A1C-B473-A7B9B612B64B}" type="pres">
      <dgm:prSet presAssocID="{FBFA90C0-EAB6-4BAB-BF45-64869D6B09BF}" presName="background" presStyleLbl="node0" presStyleIdx="1" presStyleCnt="3"/>
      <dgm:spPr/>
    </dgm:pt>
    <dgm:pt modelId="{309DBDC8-21F2-4C5D-ADD7-1DC61678909A}" type="pres">
      <dgm:prSet presAssocID="{FBFA90C0-EAB6-4BAB-BF45-64869D6B09BF}" presName="text" presStyleLbl="fgAcc0" presStyleIdx="1" presStyleCnt="3">
        <dgm:presLayoutVars>
          <dgm:chPref val="3"/>
        </dgm:presLayoutVars>
      </dgm:prSet>
      <dgm:spPr/>
    </dgm:pt>
    <dgm:pt modelId="{439D3466-F25F-407E-A80D-800B3B14BEE5}" type="pres">
      <dgm:prSet presAssocID="{FBFA90C0-EAB6-4BAB-BF45-64869D6B09BF}" presName="hierChild2" presStyleCnt="0"/>
      <dgm:spPr/>
    </dgm:pt>
    <dgm:pt modelId="{43C06D48-C8CB-4F11-8A8F-6354141B32BF}" type="pres">
      <dgm:prSet presAssocID="{E94F357A-F961-4ADE-B624-66DA47B4090B}" presName="hierRoot1" presStyleCnt="0"/>
      <dgm:spPr/>
    </dgm:pt>
    <dgm:pt modelId="{117A57CB-5076-4917-AD94-FE486C9DA58E}" type="pres">
      <dgm:prSet presAssocID="{E94F357A-F961-4ADE-B624-66DA47B4090B}" presName="composite" presStyleCnt="0"/>
      <dgm:spPr/>
    </dgm:pt>
    <dgm:pt modelId="{7AAD7A57-6A9C-4840-AAC8-54105FE8A9B3}" type="pres">
      <dgm:prSet presAssocID="{E94F357A-F961-4ADE-B624-66DA47B4090B}" presName="background" presStyleLbl="node0" presStyleIdx="2" presStyleCnt="3"/>
      <dgm:spPr/>
    </dgm:pt>
    <dgm:pt modelId="{98846D4E-E645-4A93-B743-963907595778}" type="pres">
      <dgm:prSet presAssocID="{E94F357A-F961-4ADE-B624-66DA47B4090B}" presName="text" presStyleLbl="fgAcc0" presStyleIdx="2" presStyleCnt="3">
        <dgm:presLayoutVars>
          <dgm:chPref val="3"/>
        </dgm:presLayoutVars>
      </dgm:prSet>
      <dgm:spPr/>
    </dgm:pt>
    <dgm:pt modelId="{2360FCD7-8828-4D38-9148-E3B09DE2BE7A}" type="pres">
      <dgm:prSet presAssocID="{E94F357A-F961-4ADE-B624-66DA47B4090B}" presName="hierChild2" presStyleCnt="0"/>
      <dgm:spPr/>
    </dgm:pt>
  </dgm:ptLst>
  <dgm:cxnLst>
    <dgm:cxn modelId="{2AAB6200-48DF-4477-8F5E-8F319D114407}" srcId="{E2D01273-5C5F-47CF-8DB4-E383F7BD7C69}" destId="{E94F357A-F961-4ADE-B624-66DA47B4090B}" srcOrd="2" destOrd="0" parTransId="{47C42150-26AF-4FFE-9DDD-5994BDF740B7}" sibTransId="{1F6FB6C7-1B06-424F-9468-B3CF2D873082}"/>
    <dgm:cxn modelId="{ADCF1D3E-3DBE-4A78-9D5D-DE5569D85835}" type="presOf" srcId="{FBFA90C0-EAB6-4BAB-BF45-64869D6B09BF}" destId="{309DBDC8-21F2-4C5D-ADD7-1DC61678909A}" srcOrd="0" destOrd="0" presId="urn:microsoft.com/office/officeart/2005/8/layout/hierarchy1"/>
    <dgm:cxn modelId="{01BCA942-7CC4-470E-AA69-505BC5A41A88}" srcId="{E2D01273-5C5F-47CF-8DB4-E383F7BD7C69}" destId="{B82AEF2C-7F5E-4D0F-927B-630660DC7761}" srcOrd="0" destOrd="0" parTransId="{52ADF065-58E8-429F-9B6C-2C045832E0B6}" sibTransId="{80ECF4DE-96B9-400D-BE6D-466E36B8015C}"/>
    <dgm:cxn modelId="{EE5F1F7F-F124-43FF-8221-7AD1B4BCDA2F}" type="presOf" srcId="{B82AEF2C-7F5E-4D0F-927B-630660DC7761}" destId="{C84AC0FA-B2F2-467D-A0C1-8151BCDEA895}" srcOrd="0" destOrd="0" presId="urn:microsoft.com/office/officeart/2005/8/layout/hierarchy1"/>
    <dgm:cxn modelId="{31FAE3AB-5669-4C79-A558-58D1E27CB2EB}" srcId="{E2D01273-5C5F-47CF-8DB4-E383F7BD7C69}" destId="{FBFA90C0-EAB6-4BAB-BF45-64869D6B09BF}" srcOrd="1" destOrd="0" parTransId="{FB989388-C41C-4898-A8BA-024974B8F6E7}" sibTransId="{A7FDF154-1CA6-4163-AF55-B64C09707A4D}"/>
    <dgm:cxn modelId="{08A50BC9-43C3-406F-8728-821B16AA5166}" type="presOf" srcId="{E94F357A-F961-4ADE-B624-66DA47B4090B}" destId="{98846D4E-E645-4A93-B743-963907595778}" srcOrd="0" destOrd="0" presId="urn:microsoft.com/office/officeart/2005/8/layout/hierarchy1"/>
    <dgm:cxn modelId="{3EC7FBEA-5520-49C6-B251-383604A92657}" type="presOf" srcId="{E2D01273-5C5F-47CF-8DB4-E383F7BD7C69}" destId="{BF0A8DB7-F678-44ED-8DBA-425971B3AE39}" srcOrd="0" destOrd="0" presId="urn:microsoft.com/office/officeart/2005/8/layout/hierarchy1"/>
    <dgm:cxn modelId="{8211A722-21FC-4195-98FB-45DBDCE2842D}" type="presParOf" srcId="{BF0A8DB7-F678-44ED-8DBA-425971B3AE39}" destId="{9B439315-2039-4A20-AB2B-261C5C437DF1}" srcOrd="0" destOrd="0" presId="urn:microsoft.com/office/officeart/2005/8/layout/hierarchy1"/>
    <dgm:cxn modelId="{C127558A-B8A3-4F86-AC2F-9B6D8B1646A2}" type="presParOf" srcId="{9B439315-2039-4A20-AB2B-261C5C437DF1}" destId="{C592F39C-2288-4481-AD57-7AC0D1448DE4}" srcOrd="0" destOrd="0" presId="urn:microsoft.com/office/officeart/2005/8/layout/hierarchy1"/>
    <dgm:cxn modelId="{FDE2F8E6-A8F3-4B51-ABAF-4305FC91B0F2}" type="presParOf" srcId="{C592F39C-2288-4481-AD57-7AC0D1448DE4}" destId="{28981CBD-A90B-41C6-9576-C0E970714144}" srcOrd="0" destOrd="0" presId="urn:microsoft.com/office/officeart/2005/8/layout/hierarchy1"/>
    <dgm:cxn modelId="{8B0B93FF-408B-4499-8CED-5FB315BBC8CF}" type="presParOf" srcId="{C592F39C-2288-4481-AD57-7AC0D1448DE4}" destId="{C84AC0FA-B2F2-467D-A0C1-8151BCDEA895}" srcOrd="1" destOrd="0" presId="urn:microsoft.com/office/officeart/2005/8/layout/hierarchy1"/>
    <dgm:cxn modelId="{41594EFD-EA59-4851-8B56-B744A9C4FD77}" type="presParOf" srcId="{9B439315-2039-4A20-AB2B-261C5C437DF1}" destId="{BA74B4E9-ECF7-45E7-AC13-DA7310F29D0B}" srcOrd="1" destOrd="0" presId="urn:microsoft.com/office/officeart/2005/8/layout/hierarchy1"/>
    <dgm:cxn modelId="{381D20E1-00A4-439A-9FA3-B74CC4C2585B}" type="presParOf" srcId="{BF0A8DB7-F678-44ED-8DBA-425971B3AE39}" destId="{411C4B16-57A0-4742-A5DB-A20AF1043FB4}" srcOrd="1" destOrd="0" presId="urn:microsoft.com/office/officeart/2005/8/layout/hierarchy1"/>
    <dgm:cxn modelId="{570C34EE-8A01-474C-BEAD-AB3FC4716824}" type="presParOf" srcId="{411C4B16-57A0-4742-A5DB-A20AF1043FB4}" destId="{BE074917-1311-43D9-BF24-4339015A71CA}" srcOrd="0" destOrd="0" presId="urn:microsoft.com/office/officeart/2005/8/layout/hierarchy1"/>
    <dgm:cxn modelId="{C5AF5A23-CDB3-4818-9456-E1AAF0265082}" type="presParOf" srcId="{BE074917-1311-43D9-BF24-4339015A71CA}" destId="{0BCA65FF-43E1-4A1C-B473-A7B9B612B64B}" srcOrd="0" destOrd="0" presId="urn:microsoft.com/office/officeart/2005/8/layout/hierarchy1"/>
    <dgm:cxn modelId="{7A2A8765-A845-450B-AB50-75C856AF5449}" type="presParOf" srcId="{BE074917-1311-43D9-BF24-4339015A71CA}" destId="{309DBDC8-21F2-4C5D-ADD7-1DC61678909A}" srcOrd="1" destOrd="0" presId="urn:microsoft.com/office/officeart/2005/8/layout/hierarchy1"/>
    <dgm:cxn modelId="{D46DE1B2-702C-42FD-8E82-06D611CAFF89}" type="presParOf" srcId="{411C4B16-57A0-4742-A5DB-A20AF1043FB4}" destId="{439D3466-F25F-407E-A80D-800B3B14BEE5}" srcOrd="1" destOrd="0" presId="urn:microsoft.com/office/officeart/2005/8/layout/hierarchy1"/>
    <dgm:cxn modelId="{B2AFCB70-907F-49FB-874D-72EF54BCAA87}" type="presParOf" srcId="{BF0A8DB7-F678-44ED-8DBA-425971B3AE39}" destId="{43C06D48-C8CB-4F11-8A8F-6354141B32BF}" srcOrd="2" destOrd="0" presId="urn:microsoft.com/office/officeart/2005/8/layout/hierarchy1"/>
    <dgm:cxn modelId="{8BE5BF9E-11F8-4263-B70C-965B3ECEE400}" type="presParOf" srcId="{43C06D48-C8CB-4F11-8A8F-6354141B32BF}" destId="{117A57CB-5076-4917-AD94-FE486C9DA58E}" srcOrd="0" destOrd="0" presId="urn:microsoft.com/office/officeart/2005/8/layout/hierarchy1"/>
    <dgm:cxn modelId="{A967802F-30FE-4874-BBB8-13FC61051315}" type="presParOf" srcId="{117A57CB-5076-4917-AD94-FE486C9DA58E}" destId="{7AAD7A57-6A9C-4840-AAC8-54105FE8A9B3}" srcOrd="0" destOrd="0" presId="urn:microsoft.com/office/officeart/2005/8/layout/hierarchy1"/>
    <dgm:cxn modelId="{A186153D-324B-413E-970F-C96FEB3525B9}" type="presParOf" srcId="{117A57CB-5076-4917-AD94-FE486C9DA58E}" destId="{98846D4E-E645-4A93-B743-963907595778}" srcOrd="1" destOrd="0" presId="urn:microsoft.com/office/officeart/2005/8/layout/hierarchy1"/>
    <dgm:cxn modelId="{C8D542E7-1F5A-46B9-894F-3906B72F5510}" type="presParOf" srcId="{43C06D48-C8CB-4F11-8A8F-6354141B32BF}" destId="{2360FCD7-8828-4D38-9148-E3B09DE2BE7A}" srcOrd="1" destOrd="0" presId="urn:microsoft.com/office/officeart/2005/8/layout/hierarchy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F110A99-EB34-49AE-BAFA-FB27FE706986}"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04ACB273-9570-4626-B19A-9501866AA1EF}">
      <dgm:prSet/>
      <dgm:spPr/>
      <dgm:t>
        <a:bodyPr/>
        <a:lstStyle/>
        <a:p>
          <a:r>
            <a:rPr lang="en-US" b="1"/>
            <a:t>Education Level</a:t>
          </a:r>
          <a:r>
            <a:rPr lang="en-US"/>
            <a:t>: Applicants with at least a Bachelor's degree have a higher likelihood of visa approval. Advanced degrees such as Master's and Doctorates increase approval chances even further, especially in specific regions.</a:t>
          </a:r>
        </a:p>
      </dgm:t>
    </dgm:pt>
    <dgm:pt modelId="{AC3D2CF1-A02E-418B-9DCF-2D48800BFF55}" type="parTrans" cxnId="{D783A0F0-5B9A-48C2-9E4C-A8BEABA38761}">
      <dgm:prSet/>
      <dgm:spPr/>
      <dgm:t>
        <a:bodyPr/>
        <a:lstStyle/>
        <a:p>
          <a:endParaRPr lang="en-US"/>
        </a:p>
      </dgm:t>
    </dgm:pt>
    <dgm:pt modelId="{BE98140D-455E-46FD-BA80-13A279BA0DBF}" type="sibTrans" cxnId="{D783A0F0-5B9A-48C2-9E4C-A8BEABA38761}">
      <dgm:prSet/>
      <dgm:spPr/>
      <dgm:t>
        <a:bodyPr/>
        <a:lstStyle/>
        <a:p>
          <a:endParaRPr lang="en-US"/>
        </a:p>
      </dgm:t>
    </dgm:pt>
    <dgm:pt modelId="{93F791BB-2851-4E10-ABA9-572F66740887}">
      <dgm:prSet/>
      <dgm:spPr/>
      <dgm:t>
        <a:bodyPr/>
        <a:lstStyle/>
        <a:p>
          <a:r>
            <a:rPr lang="en-US" b="1"/>
            <a:t>Job Experience</a:t>
          </a:r>
          <a:r>
            <a:rPr lang="en-US"/>
            <a:t>: Having job experience is a critical factor for visa certification. Applicants with no prior work experience are more likely to have their applications denied.</a:t>
          </a:r>
        </a:p>
      </dgm:t>
    </dgm:pt>
    <dgm:pt modelId="{42D13D8B-3531-4B88-B71C-242008DFE7A0}" type="parTrans" cxnId="{2B3D0BE4-487C-4015-BDD2-7E80BE4CDF97}">
      <dgm:prSet/>
      <dgm:spPr/>
      <dgm:t>
        <a:bodyPr/>
        <a:lstStyle/>
        <a:p>
          <a:endParaRPr lang="en-US"/>
        </a:p>
      </dgm:t>
    </dgm:pt>
    <dgm:pt modelId="{55B75ACD-D170-4519-9865-15559EEF0825}" type="sibTrans" cxnId="{2B3D0BE4-487C-4015-BDD2-7E80BE4CDF97}">
      <dgm:prSet/>
      <dgm:spPr/>
      <dgm:t>
        <a:bodyPr/>
        <a:lstStyle/>
        <a:p>
          <a:endParaRPr lang="en-US"/>
        </a:p>
      </dgm:t>
    </dgm:pt>
    <dgm:pt modelId="{557DCB36-9318-45E4-85A2-4BBD10067E3D}">
      <dgm:prSet/>
      <dgm:spPr/>
      <dgm:t>
        <a:bodyPr/>
        <a:lstStyle/>
        <a:p>
          <a:r>
            <a:rPr lang="en-US" b="1"/>
            <a:t>Prevailing Wage</a:t>
          </a:r>
          <a:r>
            <a:rPr lang="en-US"/>
            <a:t>: The median prevailing wage for certified applicants is around $72,000, indicating that a higher wage corresponds to greater visa approval chances. In contrast, those with a prevailing wage of around $65,000 are more likely to face denial.</a:t>
          </a:r>
        </a:p>
      </dgm:t>
    </dgm:pt>
    <dgm:pt modelId="{5730E3D4-641D-4990-B90B-F7E867D67F13}" type="parTrans" cxnId="{A0663008-5128-4F4B-BD1E-9761A68D5C81}">
      <dgm:prSet/>
      <dgm:spPr/>
      <dgm:t>
        <a:bodyPr/>
        <a:lstStyle/>
        <a:p>
          <a:endParaRPr lang="en-US"/>
        </a:p>
      </dgm:t>
    </dgm:pt>
    <dgm:pt modelId="{A22188FD-2849-44FA-A97F-22DEE88813B3}" type="sibTrans" cxnId="{A0663008-5128-4F4B-BD1E-9761A68D5C81}">
      <dgm:prSet/>
      <dgm:spPr/>
      <dgm:t>
        <a:bodyPr/>
        <a:lstStyle/>
        <a:p>
          <a:endParaRPr lang="en-US"/>
        </a:p>
      </dgm:t>
    </dgm:pt>
    <dgm:pt modelId="{483196D7-FEB4-46B2-B14B-74DC581619A3}">
      <dgm:prSet/>
      <dgm:spPr/>
      <dgm:t>
        <a:bodyPr/>
        <a:lstStyle/>
        <a:p>
          <a:r>
            <a:rPr lang="en-US" b="1"/>
            <a:t>Unit of Wage</a:t>
          </a:r>
          <a:r>
            <a:rPr lang="en-US"/>
            <a:t>: Applications with a yearly wage unit have a higher chance of approval compared to those with hourly wages. Hourly wage applicants are more often associated with denied applications.</a:t>
          </a:r>
        </a:p>
      </dgm:t>
    </dgm:pt>
    <dgm:pt modelId="{2F8E43E0-D1C5-4FB6-8DBE-82265467EAC0}" type="parTrans" cxnId="{ED96B702-51FD-4958-950A-437F0F6FDBA0}">
      <dgm:prSet/>
      <dgm:spPr/>
      <dgm:t>
        <a:bodyPr/>
        <a:lstStyle/>
        <a:p>
          <a:endParaRPr lang="en-US"/>
        </a:p>
      </dgm:t>
    </dgm:pt>
    <dgm:pt modelId="{CA46EE3E-81C4-44CD-BF7B-92A966C5E278}" type="sibTrans" cxnId="{ED96B702-51FD-4958-950A-437F0F6FDBA0}">
      <dgm:prSet/>
      <dgm:spPr/>
      <dgm:t>
        <a:bodyPr/>
        <a:lstStyle/>
        <a:p>
          <a:endParaRPr lang="en-US"/>
        </a:p>
      </dgm:t>
    </dgm:pt>
    <dgm:pt modelId="{B5B1D2C8-6690-43BC-968D-1C238DA87622}">
      <dgm:prSet/>
      <dgm:spPr/>
      <dgm:t>
        <a:bodyPr/>
        <a:lstStyle/>
        <a:p>
          <a:r>
            <a:rPr lang="en-US" b="1"/>
            <a:t>Regional Employment Trends</a:t>
          </a:r>
          <a:r>
            <a:rPr lang="en-US"/>
            <a:t>: Visa approval rates vary by region. The Midwest shows higher approval rates, while educational requirements differ by region:</a:t>
          </a:r>
        </a:p>
      </dgm:t>
    </dgm:pt>
    <dgm:pt modelId="{69A4FB72-F631-4D1E-BC47-89138F4E6A16}" type="parTrans" cxnId="{3C42A9AF-72D8-4195-84B1-CC2368F7A12A}">
      <dgm:prSet/>
      <dgm:spPr/>
      <dgm:t>
        <a:bodyPr/>
        <a:lstStyle/>
        <a:p>
          <a:endParaRPr lang="en-US"/>
        </a:p>
      </dgm:t>
    </dgm:pt>
    <dgm:pt modelId="{34C71D7F-5D72-4D59-A34F-4CD59054A3F8}" type="sibTrans" cxnId="{3C42A9AF-72D8-4195-84B1-CC2368F7A12A}">
      <dgm:prSet/>
      <dgm:spPr/>
      <dgm:t>
        <a:bodyPr/>
        <a:lstStyle/>
        <a:p>
          <a:endParaRPr lang="en-US"/>
        </a:p>
      </dgm:t>
    </dgm:pt>
    <dgm:pt modelId="{4D863C93-A731-4F92-B089-1C023086ED74}">
      <dgm:prSet/>
      <dgm:spPr/>
      <dgm:t>
        <a:bodyPr/>
        <a:lstStyle/>
        <a:p>
          <a:r>
            <a:rPr lang="en-US"/>
            <a:t>High school diploma: More required in the South and Northeast.</a:t>
          </a:r>
        </a:p>
      </dgm:t>
    </dgm:pt>
    <dgm:pt modelId="{B6A60D8E-5532-4F70-8CEC-3C0C0162286D}" type="parTrans" cxnId="{9A838A24-2C2B-442C-A7AB-360C503955F6}">
      <dgm:prSet/>
      <dgm:spPr/>
      <dgm:t>
        <a:bodyPr/>
        <a:lstStyle/>
        <a:p>
          <a:endParaRPr lang="en-US"/>
        </a:p>
      </dgm:t>
    </dgm:pt>
    <dgm:pt modelId="{AC2CE0E5-A807-41CA-8823-D8C3465D9926}" type="sibTrans" cxnId="{9A838A24-2C2B-442C-A7AB-360C503955F6}">
      <dgm:prSet/>
      <dgm:spPr/>
      <dgm:t>
        <a:bodyPr/>
        <a:lstStyle/>
        <a:p>
          <a:endParaRPr lang="en-US"/>
        </a:p>
      </dgm:t>
    </dgm:pt>
    <dgm:pt modelId="{28BC63FA-E40B-41FD-999E-37E63C5A62F6}">
      <dgm:prSet/>
      <dgm:spPr/>
      <dgm:t>
        <a:bodyPr/>
        <a:lstStyle/>
        <a:p>
          <a:r>
            <a:rPr lang="en-US"/>
            <a:t>Bachelor's degree: Primarily sought in the South and West.</a:t>
          </a:r>
        </a:p>
      </dgm:t>
    </dgm:pt>
    <dgm:pt modelId="{EF3CD24D-9546-40B6-8A81-60C84D554029}" type="parTrans" cxnId="{242B0E28-A545-4903-8384-F0A3C687C4E5}">
      <dgm:prSet/>
      <dgm:spPr/>
      <dgm:t>
        <a:bodyPr/>
        <a:lstStyle/>
        <a:p>
          <a:endParaRPr lang="en-US"/>
        </a:p>
      </dgm:t>
    </dgm:pt>
    <dgm:pt modelId="{D6825245-D49E-40DA-BE97-8CEB4A46EA32}" type="sibTrans" cxnId="{242B0E28-A545-4903-8384-F0A3C687C4E5}">
      <dgm:prSet/>
      <dgm:spPr/>
      <dgm:t>
        <a:bodyPr/>
        <a:lstStyle/>
        <a:p>
          <a:endParaRPr lang="en-US"/>
        </a:p>
      </dgm:t>
    </dgm:pt>
    <dgm:pt modelId="{9F7B318E-FE50-46B2-91C6-044642D0F6B9}">
      <dgm:prSet/>
      <dgm:spPr/>
      <dgm:t>
        <a:bodyPr/>
        <a:lstStyle/>
        <a:p>
          <a:r>
            <a:rPr lang="en-US"/>
            <a:t>Master's degree: Mostly required in the Northeast and South.</a:t>
          </a:r>
        </a:p>
      </dgm:t>
    </dgm:pt>
    <dgm:pt modelId="{9CB77F1E-0AE1-4DDC-829E-09C94B8BF7A6}" type="parTrans" cxnId="{F8E6B89B-FDBD-4A89-9D90-95259F53E1CD}">
      <dgm:prSet/>
      <dgm:spPr/>
      <dgm:t>
        <a:bodyPr/>
        <a:lstStyle/>
        <a:p>
          <a:endParaRPr lang="en-US"/>
        </a:p>
      </dgm:t>
    </dgm:pt>
    <dgm:pt modelId="{18A39EBB-A97C-48C9-A5A9-4EEE4CA87BAD}" type="sibTrans" cxnId="{F8E6B89B-FDBD-4A89-9D90-95259F53E1CD}">
      <dgm:prSet/>
      <dgm:spPr/>
      <dgm:t>
        <a:bodyPr/>
        <a:lstStyle/>
        <a:p>
          <a:endParaRPr lang="en-US"/>
        </a:p>
      </dgm:t>
    </dgm:pt>
    <dgm:pt modelId="{DD09FF0C-71E5-40C1-A1C9-A71B6E04F66D}">
      <dgm:prSet/>
      <dgm:spPr/>
      <dgm:t>
        <a:bodyPr/>
        <a:lstStyle/>
        <a:p>
          <a:r>
            <a:rPr lang="en-US"/>
            <a:t>Doctorates: Mainly in demand in the West and Northeast.</a:t>
          </a:r>
        </a:p>
      </dgm:t>
    </dgm:pt>
    <dgm:pt modelId="{D45A712D-D360-42B0-9DAD-F59FA3CBBFE8}" type="parTrans" cxnId="{D1459A81-5411-4A39-AAB7-A5C3A7004C39}">
      <dgm:prSet/>
      <dgm:spPr/>
      <dgm:t>
        <a:bodyPr/>
        <a:lstStyle/>
        <a:p>
          <a:endParaRPr lang="en-US"/>
        </a:p>
      </dgm:t>
    </dgm:pt>
    <dgm:pt modelId="{6D879488-7C45-474E-9C10-39F5C074299E}" type="sibTrans" cxnId="{D1459A81-5411-4A39-AAB7-A5C3A7004C39}">
      <dgm:prSet/>
      <dgm:spPr/>
      <dgm:t>
        <a:bodyPr/>
        <a:lstStyle/>
        <a:p>
          <a:endParaRPr lang="en-US"/>
        </a:p>
      </dgm:t>
    </dgm:pt>
    <dgm:pt modelId="{18E9FE0B-8DA1-4139-9C8B-D59C36B8DC0F}" type="pres">
      <dgm:prSet presAssocID="{3F110A99-EB34-49AE-BAFA-FB27FE706986}" presName="diagram" presStyleCnt="0">
        <dgm:presLayoutVars>
          <dgm:dir/>
          <dgm:resizeHandles val="exact"/>
        </dgm:presLayoutVars>
      </dgm:prSet>
      <dgm:spPr/>
    </dgm:pt>
    <dgm:pt modelId="{CA9EF1B3-867C-4601-B95D-A08666CB26D4}" type="pres">
      <dgm:prSet presAssocID="{04ACB273-9570-4626-B19A-9501866AA1EF}" presName="node" presStyleLbl="node1" presStyleIdx="0" presStyleCnt="5">
        <dgm:presLayoutVars>
          <dgm:bulletEnabled val="1"/>
        </dgm:presLayoutVars>
      </dgm:prSet>
      <dgm:spPr/>
    </dgm:pt>
    <dgm:pt modelId="{8CE42FA2-9489-42FF-8ACF-E40A857D1346}" type="pres">
      <dgm:prSet presAssocID="{BE98140D-455E-46FD-BA80-13A279BA0DBF}" presName="sibTrans" presStyleCnt="0"/>
      <dgm:spPr/>
    </dgm:pt>
    <dgm:pt modelId="{B405D753-EB89-47FC-9635-B65EAD1989A2}" type="pres">
      <dgm:prSet presAssocID="{93F791BB-2851-4E10-ABA9-572F66740887}" presName="node" presStyleLbl="node1" presStyleIdx="1" presStyleCnt="5">
        <dgm:presLayoutVars>
          <dgm:bulletEnabled val="1"/>
        </dgm:presLayoutVars>
      </dgm:prSet>
      <dgm:spPr/>
    </dgm:pt>
    <dgm:pt modelId="{738A5437-D30F-4D39-A6BC-6A34BFD8E7D3}" type="pres">
      <dgm:prSet presAssocID="{55B75ACD-D170-4519-9865-15559EEF0825}" presName="sibTrans" presStyleCnt="0"/>
      <dgm:spPr/>
    </dgm:pt>
    <dgm:pt modelId="{CA13A88E-9B98-4367-BB5E-CF2363D663F6}" type="pres">
      <dgm:prSet presAssocID="{557DCB36-9318-45E4-85A2-4BBD10067E3D}" presName="node" presStyleLbl="node1" presStyleIdx="2" presStyleCnt="5">
        <dgm:presLayoutVars>
          <dgm:bulletEnabled val="1"/>
        </dgm:presLayoutVars>
      </dgm:prSet>
      <dgm:spPr/>
    </dgm:pt>
    <dgm:pt modelId="{2C557C26-6328-4A0F-A371-A1EDCA058234}" type="pres">
      <dgm:prSet presAssocID="{A22188FD-2849-44FA-A97F-22DEE88813B3}" presName="sibTrans" presStyleCnt="0"/>
      <dgm:spPr/>
    </dgm:pt>
    <dgm:pt modelId="{42BE29A5-67A7-4EE6-8A8E-7701FAFF5CFD}" type="pres">
      <dgm:prSet presAssocID="{483196D7-FEB4-46B2-B14B-74DC581619A3}" presName="node" presStyleLbl="node1" presStyleIdx="3" presStyleCnt="5">
        <dgm:presLayoutVars>
          <dgm:bulletEnabled val="1"/>
        </dgm:presLayoutVars>
      </dgm:prSet>
      <dgm:spPr/>
    </dgm:pt>
    <dgm:pt modelId="{76B2AF5A-6D41-4160-AAFC-9B95EE998FC5}" type="pres">
      <dgm:prSet presAssocID="{CA46EE3E-81C4-44CD-BF7B-92A966C5E278}" presName="sibTrans" presStyleCnt="0"/>
      <dgm:spPr/>
    </dgm:pt>
    <dgm:pt modelId="{25C17F3E-B364-45D7-9009-AF1F6F3D02BD}" type="pres">
      <dgm:prSet presAssocID="{B5B1D2C8-6690-43BC-968D-1C238DA87622}" presName="node" presStyleLbl="node1" presStyleIdx="4" presStyleCnt="5">
        <dgm:presLayoutVars>
          <dgm:bulletEnabled val="1"/>
        </dgm:presLayoutVars>
      </dgm:prSet>
      <dgm:spPr/>
    </dgm:pt>
  </dgm:ptLst>
  <dgm:cxnLst>
    <dgm:cxn modelId="{ED96B702-51FD-4958-950A-437F0F6FDBA0}" srcId="{3F110A99-EB34-49AE-BAFA-FB27FE706986}" destId="{483196D7-FEB4-46B2-B14B-74DC581619A3}" srcOrd="3" destOrd="0" parTransId="{2F8E43E0-D1C5-4FB6-8DBE-82265467EAC0}" sibTransId="{CA46EE3E-81C4-44CD-BF7B-92A966C5E278}"/>
    <dgm:cxn modelId="{A0663008-5128-4F4B-BD1E-9761A68D5C81}" srcId="{3F110A99-EB34-49AE-BAFA-FB27FE706986}" destId="{557DCB36-9318-45E4-85A2-4BBD10067E3D}" srcOrd="2" destOrd="0" parTransId="{5730E3D4-641D-4990-B90B-F7E867D67F13}" sibTransId="{A22188FD-2849-44FA-A97F-22DEE88813B3}"/>
    <dgm:cxn modelId="{486C130F-83EB-4376-8620-12934BCFD7CB}" type="presOf" srcId="{483196D7-FEB4-46B2-B14B-74DC581619A3}" destId="{42BE29A5-67A7-4EE6-8A8E-7701FAFF5CFD}" srcOrd="0" destOrd="0" presId="urn:microsoft.com/office/officeart/2005/8/layout/default"/>
    <dgm:cxn modelId="{9A838A24-2C2B-442C-A7AB-360C503955F6}" srcId="{B5B1D2C8-6690-43BC-968D-1C238DA87622}" destId="{4D863C93-A731-4F92-B089-1C023086ED74}" srcOrd="0" destOrd="0" parTransId="{B6A60D8E-5532-4F70-8CEC-3C0C0162286D}" sibTransId="{AC2CE0E5-A807-41CA-8823-D8C3465D9926}"/>
    <dgm:cxn modelId="{242B0E28-A545-4903-8384-F0A3C687C4E5}" srcId="{B5B1D2C8-6690-43BC-968D-1C238DA87622}" destId="{28BC63FA-E40B-41FD-999E-37E63C5A62F6}" srcOrd="1" destOrd="0" parTransId="{EF3CD24D-9546-40B6-8A81-60C84D554029}" sibTransId="{D6825245-D49E-40DA-BE97-8CEB4A46EA32}"/>
    <dgm:cxn modelId="{D129AB33-6E74-43B5-B729-D51EB4AE46BD}" type="presOf" srcId="{9F7B318E-FE50-46B2-91C6-044642D0F6B9}" destId="{25C17F3E-B364-45D7-9009-AF1F6F3D02BD}" srcOrd="0" destOrd="3" presId="urn:microsoft.com/office/officeart/2005/8/layout/default"/>
    <dgm:cxn modelId="{639D0339-6E80-477F-BF30-91F32A725E16}" type="presOf" srcId="{04ACB273-9570-4626-B19A-9501866AA1EF}" destId="{CA9EF1B3-867C-4601-B95D-A08666CB26D4}" srcOrd="0" destOrd="0" presId="urn:microsoft.com/office/officeart/2005/8/layout/default"/>
    <dgm:cxn modelId="{53B33E6A-7E64-496A-8729-AFF8E791CAF3}" type="presOf" srcId="{28BC63FA-E40B-41FD-999E-37E63C5A62F6}" destId="{25C17F3E-B364-45D7-9009-AF1F6F3D02BD}" srcOrd="0" destOrd="2" presId="urn:microsoft.com/office/officeart/2005/8/layout/default"/>
    <dgm:cxn modelId="{A03B306C-5A3F-43D2-ABE3-4AD31ED5D36E}" type="presOf" srcId="{4D863C93-A731-4F92-B089-1C023086ED74}" destId="{25C17F3E-B364-45D7-9009-AF1F6F3D02BD}" srcOrd="0" destOrd="1" presId="urn:microsoft.com/office/officeart/2005/8/layout/default"/>
    <dgm:cxn modelId="{D1459A81-5411-4A39-AAB7-A5C3A7004C39}" srcId="{B5B1D2C8-6690-43BC-968D-1C238DA87622}" destId="{DD09FF0C-71E5-40C1-A1C9-A71B6E04F66D}" srcOrd="3" destOrd="0" parTransId="{D45A712D-D360-42B0-9DAD-F59FA3CBBFE8}" sibTransId="{6D879488-7C45-474E-9C10-39F5C074299E}"/>
    <dgm:cxn modelId="{F8E6B89B-FDBD-4A89-9D90-95259F53E1CD}" srcId="{B5B1D2C8-6690-43BC-968D-1C238DA87622}" destId="{9F7B318E-FE50-46B2-91C6-044642D0F6B9}" srcOrd="2" destOrd="0" parTransId="{9CB77F1E-0AE1-4DDC-829E-09C94B8BF7A6}" sibTransId="{18A39EBB-A97C-48C9-A5A9-4EEE4CA87BAD}"/>
    <dgm:cxn modelId="{7D54D9A9-5AE6-4185-A3ED-14AF30FF512E}" type="presOf" srcId="{B5B1D2C8-6690-43BC-968D-1C238DA87622}" destId="{25C17F3E-B364-45D7-9009-AF1F6F3D02BD}" srcOrd="0" destOrd="0" presId="urn:microsoft.com/office/officeart/2005/8/layout/default"/>
    <dgm:cxn modelId="{280075AD-B676-4B34-91C7-751857C9A888}" type="presOf" srcId="{3F110A99-EB34-49AE-BAFA-FB27FE706986}" destId="{18E9FE0B-8DA1-4139-9C8B-D59C36B8DC0F}" srcOrd="0" destOrd="0" presId="urn:microsoft.com/office/officeart/2005/8/layout/default"/>
    <dgm:cxn modelId="{3C42A9AF-72D8-4195-84B1-CC2368F7A12A}" srcId="{3F110A99-EB34-49AE-BAFA-FB27FE706986}" destId="{B5B1D2C8-6690-43BC-968D-1C238DA87622}" srcOrd="4" destOrd="0" parTransId="{69A4FB72-F631-4D1E-BC47-89138F4E6A16}" sibTransId="{34C71D7F-5D72-4D59-A34F-4CD59054A3F8}"/>
    <dgm:cxn modelId="{B1368DB8-2194-4769-909C-69886383C056}" type="presOf" srcId="{DD09FF0C-71E5-40C1-A1C9-A71B6E04F66D}" destId="{25C17F3E-B364-45D7-9009-AF1F6F3D02BD}" srcOrd="0" destOrd="4" presId="urn:microsoft.com/office/officeart/2005/8/layout/default"/>
    <dgm:cxn modelId="{2B3D0BE4-487C-4015-BDD2-7E80BE4CDF97}" srcId="{3F110A99-EB34-49AE-BAFA-FB27FE706986}" destId="{93F791BB-2851-4E10-ABA9-572F66740887}" srcOrd="1" destOrd="0" parTransId="{42D13D8B-3531-4B88-B71C-242008DFE7A0}" sibTransId="{55B75ACD-D170-4519-9865-15559EEF0825}"/>
    <dgm:cxn modelId="{9C5F0FE9-BAE3-4F8F-870A-D2ECBE850098}" type="presOf" srcId="{557DCB36-9318-45E4-85A2-4BBD10067E3D}" destId="{CA13A88E-9B98-4367-BB5E-CF2363D663F6}" srcOrd="0" destOrd="0" presId="urn:microsoft.com/office/officeart/2005/8/layout/default"/>
    <dgm:cxn modelId="{D783A0F0-5B9A-48C2-9E4C-A8BEABA38761}" srcId="{3F110A99-EB34-49AE-BAFA-FB27FE706986}" destId="{04ACB273-9570-4626-B19A-9501866AA1EF}" srcOrd="0" destOrd="0" parTransId="{AC3D2CF1-A02E-418B-9DCF-2D48800BFF55}" sibTransId="{BE98140D-455E-46FD-BA80-13A279BA0DBF}"/>
    <dgm:cxn modelId="{50A0D1FA-7894-4C9F-8AFA-491E1F18BEC4}" type="presOf" srcId="{93F791BB-2851-4E10-ABA9-572F66740887}" destId="{B405D753-EB89-47FC-9635-B65EAD1989A2}" srcOrd="0" destOrd="0" presId="urn:microsoft.com/office/officeart/2005/8/layout/default"/>
    <dgm:cxn modelId="{6A9CB099-4936-45A4-AA14-F08C146C6F40}" type="presParOf" srcId="{18E9FE0B-8DA1-4139-9C8B-D59C36B8DC0F}" destId="{CA9EF1B3-867C-4601-B95D-A08666CB26D4}" srcOrd="0" destOrd="0" presId="urn:microsoft.com/office/officeart/2005/8/layout/default"/>
    <dgm:cxn modelId="{DCCC2E96-4EA5-4B3F-87A9-E52532359F0C}" type="presParOf" srcId="{18E9FE0B-8DA1-4139-9C8B-D59C36B8DC0F}" destId="{8CE42FA2-9489-42FF-8ACF-E40A857D1346}" srcOrd="1" destOrd="0" presId="urn:microsoft.com/office/officeart/2005/8/layout/default"/>
    <dgm:cxn modelId="{2464BDBC-A94F-43B7-976F-31AF245A5705}" type="presParOf" srcId="{18E9FE0B-8DA1-4139-9C8B-D59C36B8DC0F}" destId="{B405D753-EB89-47FC-9635-B65EAD1989A2}" srcOrd="2" destOrd="0" presId="urn:microsoft.com/office/officeart/2005/8/layout/default"/>
    <dgm:cxn modelId="{26FDD99D-658D-4DAD-817B-92F719663ED2}" type="presParOf" srcId="{18E9FE0B-8DA1-4139-9C8B-D59C36B8DC0F}" destId="{738A5437-D30F-4D39-A6BC-6A34BFD8E7D3}" srcOrd="3" destOrd="0" presId="urn:microsoft.com/office/officeart/2005/8/layout/default"/>
    <dgm:cxn modelId="{89E76125-FCD7-4D6A-B7A5-AEADF47DD6A3}" type="presParOf" srcId="{18E9FE0B-8DA1-4139-9C8B-D59C36B8DC0F}" destId="{CA13A88E-9B98-4367-BB5E-CF2363D663F6}" srcOrd="4" destOrd="0" presId="urn:microsoft.com/office/officeart/2005/8/layout/default"/>
    <dgm:cxn modelId="{B22B51F4-D2C2-4785-8639-E97A7D99E6E7}" type="presParOf" srcId="{18E9FE0B-8DA1-4139-9C8B-D59C36B8DC0F}" destId="{2C557C26-6328-4A0F-A371-A1EDCA058234}" srcOrd="5" destOrd="0" presId="urn:microsoft.com/office/officeart/2005/8/layout/default"/>
    <dgm:cxn modelId="{B1E1ADD2-B9CC-4FB1-8628-842C7AFFD06B}" type="presParOf" srcId="{18E9FE0B-8DA1-4139-9C8B-D59C36B8DC0F}" destId="{42BE29A5-67A7-4EE6-8A8E-7701FAFF5CFD}" srcOrd="6" destOrd="0" presId="urn:microsoft.com/office/officeart/2005/8/layout/default"/>
    <dgm:cxn modelId="{A906ACBC-1EAD-4BC4-A0C8-FB3C02E84EF0}" type="presParOf" srcId="{18E9FE0B-8DA1-4139-9C8B-D59C36B8DC0F}" destId="{76B2AF5A-6D41-4160-AAFC-9B95EE998FC5}" srcOrd="7" destOrd="0" presId="urn:microsoft.com/office/officeart/2005/8/layout/default"/>
    <dgm:cxn modelId="{CD4D76BD-3156-4BAE-8184-5F6E023B0814}" type="presParOf" srcId="{18E9FE0B-8DA1-4139-9C8B-D59C36B8DC0F}" destId="{25C17F3E-B364-45D7-9009-AF1F6F3D02BD}" srcOrd="8"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D70263-F69D-41D7-A4C4-2E50C48389A8}"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1D628E55-3ACC-4117-834C-E943A552194B}">
      <dgm:prSet/>
      <dgm:spPr/>
      <dgm:t>
        <a:bodyPr/>
        <a:lstStyle/>
        <a:p>
          <a:r>
            <a:rPr lang="en-US" b="1" dirty="0"/>
            <a:t>Target Higher Education Profiles</a:t>
          </a:r>
          <a:r>
            <a:rPr lang="en-US" dirty="0"/>
            <a:t>: Focus on applicants with at least a Bachelor's degree, and prioritize Master's or Doctorate holders, particularly for applications in regions like the Northeast and West where advanced degrees are in higher demand.</a:t>
          </a:r>
        </a:p>
      </dgm:t>
    </dgm:pt>
    <dgm:pt modelId="{C8435B73-6532-4734-B25B-5F54A239FC71}" type="parTrans" cxnId="{91B6AF01-DBB3-4284-BBF0-4134DC2A9DDC}">
      <dgm:prSet/>
      <dgm:spPr/>
      <dgm:t>
        <a:bodyPr/>
        <a:lstStyle/>
        <a:p>
          <a:endParaRPr lang="en-US"/>
        </a:p>
      </dgm:t>
    </dgm:pt>
    <dgm:pt modelId="{E948AFA3-E4C4-4B28-9A3D-DBABB676980E}" type="sibTrans" cxnId="{91B6AF01-DBB3-4284-BBF0-4134DC2A9DDC}">
      <dgm:prSet/>
      <dgm:spPr/>
      <dgm:t>
        <a:bodyPr/>
        <a:lstStyle/>
        <a:p>
          <a:endParaRPr lang="en-US"/>
        </a:p>
      </dgm:t>
    </dgm:pt>
    <dgm:pt modelId="{7FFBE6F5-1128-42F9-9791-6E42D8F735D3}">
      <dgm:prSet/>
      <dgm:spPr/>
      <dgm:t>
        <a:bodyPr/>
        <a:lstStyle/>
        <a:p>
          <a:r>
            <a:rPr lang="en-US" b="1"/>
            <a:t>Encourage Competitive Wage Offers</a:t>
          </a:r>
          <a:r>
            <a:rPr lang="en-US"/>
            <a:t>: Employers should aim to offer salaries at or above the median prevailing wage of $72,000 to enhance visa approval chances. Conducting market research to align wages with industry standards may also help improve certification rates. </a:t>
          </a:r>
        </a:p>
      </dgm:t>
    </dgm:pt>
    <dgm:pt modelId="{B1E3B24C-7C93-4736-880F-2FC68DFE47E1}" type="parTrans" cxnId="{E02109C8-8330-4E26-8E59-D90F79003ECE}">
      <dgm:prSet/>
      <dgm:spPr/>
      <dgm:t>
        <a:bodyPr/>
        <a:lstStyle/>
        <a:p>
          <a:endParaRPr lang="en-US"/>
        </a:p>
      </dgm:t>
    </dgm:pt>
    <dgm:pt modelId="{BABA2618-D5D7-4AD9-82B1-A66D62DFF1EA}" type="sibTrans" cxnId="{E02109C8-8330-4E26-8E59-D90F79003ECE}">
      <dgm:prSet/>
      <dgm:spPr/>
      <dgm:t>
        <a:bodyPr/>
        <a:lstStyle/>
        <a:p>
          <a:endParaRPr lang="en-US"/>
        </a:p>
      </dgm:t>
    </dgm:pt>
    <dgm:pt modelId="{E48F2FDD-04D2-4F29-8827-6E8852389A22}">
      <dgm:prSet/>
      <dgm:spPr/>
      <dgm:t>
        <a:bodyPr/>
        <a:lstStyle/>
        <a:p>
          <a:r>
            <a:rPr lang="en-US" b="1"/>
            <a:t>Prioritize Yearly Wage Unit</a:t>
          </a:r>
          <a:r>
            <a:rPr lang="en-US"/>
            <a:t>: Companies should consider offering yearly wage packages rather than hourly wages to increase the likelihood of visa approval. A shift toward yearly wages aligns with successful applicant profiles.</a:t>
          </a:r>
        </a:p>
      </dgm:t>
    </dgm:pt>
    <dgm:pt modelId="{948FC1E1-8336-4EF9-8072-9A319868B490}" type="parTrans" cxnId="{07848BBD-DBDC-48A0-A453-C61A8E16A03D}">
      <dgm:prSet/>
      <dgm:spPr/>
      <dgm:t>
        <a:bodyPr/>
        <a:lstStyle/>
        <a:p>
          <a:endParaRPr lang="en-US"/>
        </a:p>
      </dgm:t>
    </dgm:pt>
    <dgm:pt modelId="{BFA0FF60-EFB1-42C6-99C0-92F32A444C75}" type="sibTrans" cxnId="{07848BBD-DBDC-48A0-A453-C61A8E16A03D}">
      <dgm:prSet/>
      <dgm:spPr/>
      <dgm:t>
        <a:bodyPr/>
        <a:lstStyle/>
        <a:p>
          <a:endParaRPr lang="en-US"/>
        </a:p>
      </dgm:t>
    </dgm:pt>
    <dgm:pt modelId="{E11DC018-FB7D-4E25-B69F-C39027B51896}">
      <dgm:prSet/>
      <dgm:spPr/>
      <dgm:t>
        <a:bodyPr/>
        <a:lstStyle/>
        <a:p>
          <a:r>
            <a:rPr lang="en-US" b="1"/>
            <a:t>Leverage Regional Employment Needs</a:t>
          </a:r>
          <a:r>
            <a:rPr lang="en-US"/>
            <a:t>: Tailor applicant recruitment based on regional demand. For example, focus on high school graduates for Southern regions and Master's degree holders for the Northeast. This targeted approach could improve visa success rates by addressing specific regional talent shortages.</a:t>
          </a:r>
        </a:p>
      </dgm:t>
    </dgm:pt>
    <dgm:pt modelId="{982AD02F-B0EF-4C0E-BE33-16BC24452E2D}" type="parTrans" cxnId="{D7E6DA14-1029-4216-AB6B-92715A81EC17}">
      <dgm:prSet/>
      <dgm:spPr/>
      <dgm:t>
        <a:bodyPr/>
        <a:lstStyle/>
        <a:p>
          <a:endParaRPr lang="en-US"/>
        </a:p>
      </dgm:t>
    </dgm:pt>
    <dgm:pt modelId="{0B224DFD-5A74-4202-A5D9-63CD951BD638}" type="sibTrans" cxnId="{D7E6DA14-1029-4216-AB6B-92715A81EC17}">
      <dgm:prSet/>
      <dgm:spPr/>
      <dgm:t>
        <a:bodyPr/>
        <a:lstStyle/>
        <a:p>
          <a:endParaRPr lang="en-US"/>
        </a:p>
      </dgm:t>
    </dgm:pt>
    <dgm:pt modelId="{76968F54-ED7E-40FD-8F3F-8156F9342FA5}">
      <dgm:prSet/>
      <dgm:spPr/>
      <dgm:t>
        <a:bodyPr/>
        <a:lstStyle/>
        <a:p>
          <a:r>
            <a:rPr lang="en-US" b="1" dirty="0"/>
            <a:t>Gather More Detailed Applicant Information</a:t>
          </a:r>
          <a:r>
            <a:rPr lang="en-US" dirty="0"/>
            <a:t>: Employers should collect and analyze additional details about candidates, such as their field of specialization and years of experience. This data can provide deeper insights and help in making better hiring decisions, leading to higher chances of visa approval.</a:t>
          </a:r>
        </a:p>
      </dgm:t>
    </dgm:pt>
    <dgm:pt modelId="{31F3C765-EDB6-41D1-8D58-9D1CAFF28E0D}" type="parTrans" cxnId="{6D41C47C-16B1-442F-A981-CFF6C1BCECA6}">
      <dgm:prSet/>
      <dgm:spPr/>
      <dgm:t>
        <a:bodyPr/>
        <a:lstStyle/>
        <a:p>
          <a:endParaRPr lang="en-US"/>
        </a:p>
      </dgm:t>
    </dgm:pt>
    <dgm:pt modelId="{0B7621CC-6875-40FD-8D05-DA81AB9C3BA9}" type="sibTrans" cxnId="{6D41C47C-16B1-442F-A981-CFF6C1BCECA6}">
      <dgm:prSet/>
      <dgm:spPr/>
      <dgm:t>
        <a:bodyPr/>
        <a:lstStyle/>
        <a:p>
          <a:endParaRPr lang="en-US"/>
        </a:p>
      </dgm:t>
    </dgm:pt>
    <dgm:pt modelId="{BF8A76EE-1221-4F42-95E1-B054AE5A2BDB}" type="pres">
      <dgm:prSet presAssocID="{C2D70263-F69D-41D7-A4C4-2E50C48389A8}" presName="diagram" presStyleCnt="0">
        <dgm:presLayoutVars>
          <dgm:dir/>
          <dgm:resizeHandles val="exact"/>
        </dgm:presLayoutVars>
      </dgm:prSet>
      <dgm:spPr/>
    </dgm:pt>
    <dgm:pt modelId="{10D7A7BA-D806-41FC-8B28-977A0A16CC41}" type="pres">
      <dgm:prSet presAssocID="{1D628E55-3ACC-4117-834C-E943A552194B}" presName="node" presStyleLbl="node1" presStyleIdx="0" presStyleCnt="5">
        <dgm:presLayoutVars>
          <dgm:bulletEnabled val="1"/>
        </dgm:presLayoutVars>
      </dgm:prSet>
      <dgm:spPr/>
    </dgm:pt>
    <dgm:pt modelId="{5862A76E-C927-4679-AC5D-D2D4B1AAE506}" type="pres">
      <dgm:prSet presAssocID="{E948AFA3-E4C4-4B28-9A3D-DBABB676980E}" presName="sibTrans" presStyleCnt="0"/>
      <dgm:spPr/>
    </dgm:pt>
    <dgm:pt modelId="{C4769062-B4CA-4AF2-85DC-713D4E0B58F3}" type="pres">
      <dgm:prSet presAssocID="{7FFBE6F5-1128-42F9-9791-6E42D8F735D3}" presName="node" presStyleLbl="node1" presStyleIdx="1" presStyleCnt="5">
        <dgm:presLayoutVars>
          <dgm:bulletEnabled val="1"/>
        </dgm:presLayoutVars>
      </dgm:prSet>
      <dgm:spPr/>
    </dgm:pt>
    <dgm:pt modelId="{122CBEAD-F83D-4FDC-9C3D-BA2B62B8D798}" type="pres">
      <dgm:prSet presAssocID="{BABA2618-D5D7-4AD9-82B1-A66D62DFF1EA}" presName="sibTrans" presStyleCnt="0"/>
      <dgm:spPr/>
    </dgm:pt>
    <dgm:pt modelId="{BB7DC585-0429-47C0-8859-920E55C9FCD3}" type="pres">
      <dgm:prSet presAssocID="{E48F2FDD-04D2-4F29-8827-6E8852389A22}" presName="node" presStyleLbl="node1" presStyleIdx="2" presStyleCnt="5">
        <dgm:presLayoutVars>
          <dgm:bulletEnabled val="1"/>
        </dgm:presLayoutVars>
      </dgm:prSet>
      <dgm:spPr/>
    </dgm:pt>
    <dgm:pt modelId="{04ECAFF6-5E14-43D4-9B83-C4148CCE6173}" type="pres">
      <dgm:prSet presAssocID="{BFA0FF60-EFB1-42C6-99C0-92F32A444C75}" presName="sibTrans" presStyleCnt="0"/>
      <dgm:spPr/>
    </dgm:pt>
    <dgm:pt modelId="{5B2157AF-EEBF-417B-AF1B-ECC6C8C56B66}" type="pres">
      <dgm:prSet presAssocID="{E11DC018-FB7D-4E25-B69F-C39027B51896}" presName="node" presStyleLbl="node1" presStyleIdx="3" presStyleCnt="5">
        <dgm:presLayoutVars>
          <dgm:bulletEnabled val="1"/>
        </dgm:presLayoutVars>
      </dgm:prSet>
      <dgm:spPr/>
    </dgm:pt>
    <dgm:pt modelId="{78E46778-E737-4864-B41B-F8C99216E74E}" type="pres">
      <dgm:prSet presAssocID="{0B224DFD-5A74-4202-A5D9-63CD951BD638}" presName="sibTrans" presStyleCnt="0"/>
      <dgm:spPr/>
    </dgm:pt>
    <dgm:pt modelId="{7E1C8067-424B-4B3F-825E-83BB0F298474}" type="pres">
      <dgm:prSet presAssocID="{76968F54-ED7E-40FD-8F3F-8156F9342FA5}" presName="node" presStyleLbl="node1" presStyleIdx="4" presStyleCnt="5">
        <dgm:presLayoutVars>
          <dgm:bulletEnabled val="1"/>
        </dgm:presLayoutVars>
      </dgm:prSet>
      <dgm:spPr/>
    </dgm:pt>
  </dgm:ptLst>
  <dgm:cxnLst>
    <dgm:cxn modelId="{91B6AF01-DBB3-4284-BBF0-4134DC2A9DDC}" srcId="{C2D70263-F69D-41D7-A4C4-2E50C48389A8}" destId="{1D628E55-3ACC-4117-834C-E943A552194B}" srcOrd="0" destOrd="0" parTransId="{C8435B73-6532-4734-B25B-5F54A239FC71}" sibTransId="{E948AFA3-E4C4-4B28-9A3D-DBABB676980E}"/>
    <dgm:cxn modelId="{78BCB403-DB07-4897-B990-12B35C2C27AB}" type="presOf" srcId="{E48F2FDD-04D2-4F29-8827-6E8852389A22}" destId="{BB7DC585-0429-47C0-8859-920E55C9FCD3}" srcOrd="0" destOrd="0" presId="urn:microsoft.com/office/officeart/2005/8/layout/default"/>
    <dgm:cxn modelId="{D7E6DA14-1029-4216-AB6B-92715A81EC17}" srcId="{C2D70263-F69D-41D7-A4C4-2E50C48389A8}" destId="{E11DC018-FB7D-4E25-B69F-C39027B51896}" srcOrd="3" destOrd="0" parTransId="{982AD02F-B0EF-4C0E-BE33-16BC24452E2D}" sibTransId="{0B224DFD-5A74-4202-A5D9-63CD951BD638}"/>
    <dgm:cxn modelId="{A3FD7234-095F-4FE6-AEC5-11F04C26982D}" type="presOf" srcId="{7FFBE6F5-1128-42F9-9791-6E42D8F735D3}" destId="{C4769062-B4CA-4AF2-85DC-713D4E0B58F3}" srcOrd="0" destOrd="0" presId="urn:microsoft.com/office/officeart/2005/8/layout/default"/>
    <dgm:cxn modelId="{F3D3C75C-BF8C-4D22-8BD2-9C7A874C75D4}" type="presOf" srcId="{C2D70263-F69D-41D7-A4C4-2E50C48389A8}" destId="{BF8A76EE-1221-4F42-95E1-B054AE5A2BDB}" srcOrd="0" destOrd="0" presId="urn:microsoft.com/office/officeart/2005/8/layout/default"/>
    <dgm:cxn modelId="{6D41C47C-16B1-442F-A981-CFF6C1BCECA6}" srcId="{C2D70263-F69D-41D7-A4C4-2E50C48389A8}" destId="{76968F54-ED7E-40FD-8F3F-8156F9342FA5}" srcOrd="4" destOrd="0" parTransId="{31F3C765-EDB6-41D1-8D58-9D1CAFF28E0D}" sibTransId="{0B7621CC-6875-40FD-8D05-DA81AB9C3BA9}"/>
    <dgm:cxn modelId="{C7FF1E7E-C908-4AC8-AED8-18E4C54EC357}" type="presOf" srcId="{76968F54-ED7E-40FD-8F3F-8156F9342FA5}" destId="{7E1C8067-424B-4B3F-825E-83BB0F298474}" srcOrd="0" destOrd="0" presId="urn:microsoft.com/office/officeart/2005/8/layout/default"/>
    <dgm:cxn modelId="{06916795-43E5-43EA-A251-8F92102A1F12}" type="presOf" srcId="{1D628E55-3ACC-4117-834C-E943A552194B}" destId="{10D7A7BA-D806-41FC-8B28-977A0A16CC41}" srcOrd="0" destOrd="0" presId="urn:microsoft.com/office/officeart/2005/8/layout/default"/>
    <dgm:cxn modelId="{07848BBD-DBDC-48A0-A453-C61A8E16A03D}" srcId="{C2D70263-F69D-41D7-A4C4-2E50C48389A8}" destId="{E48F2FDD-04D2-4F29-8827-6E8852389A22}" srcOrd="2" destOrd="0" parTransId="{948FC1E1-8336-4EF9-8072-9A319868B490}" sibTransId="{BFA0FF60-EFB1-42C6-99C0-92F32A444C75}"/>
    <dgm:cxn modelId="{E02109C8-8330-4E26-8E59-D90F79003ECE}" srcId="{C2D70263-F69D-41D7-A4C4-2E50C48389A8}" destId="{7FFBE6F5-1128-42F9-9791-6E42D8F735D3}" srcOrd="1" destOrd="0" parTransId="{B1E3B24C-7C93-4736-880F-2FC68DFE47E1}" sibTransId="{BABA2618-D5D7-4AD9-82B1-A66D62DFF1EA}"/>
    <dgm:cxn modelId="{0F5BB2E9-2951-41AE-9AFF-ADEEC9E4DDA6}" type="presOf" srcId="{E11DC018-FB7D-4E25-B69F-C39027B51896}" destId="{5B2157AF-EEBF-417B-AF1B-ECC6C8C56B66}" srcOrd="0" destOrd="0" presId="urn:microsoft.com/office/officeart/2005/8/layout/default"/>
    <dgm:cxn modelId="{D332CA21-A4CD-4ABD-9C01-42500B67B7DD}" type="presParOf" srcId="{BF8A76EE-1221-4F42-95E1-B054AE5A2BDB}" destId="{10D7A7BA-D806-41FC-8B28-977A0A16CC41}" srcOrd="0" destOrd="0" presId="urn:microsoft.com/office/officeart/2005/8/layout/default"/>
    <dgm:cxn modelId="{CA4244DB-17B8-4AA7-8FC9-BCF302932454}" type="presParOf" srcId="{BF8A76EE-1221-4F42-95E1-B054AE5A2BDB}" destId="{5862A76E-C927-4679-AC5D-D2D4B1AAE506}" srcOrd="1" destOrd="0" presId="urn:microsoft.com/office/officeart/2005/8/layout/default"/>
    <dgm:cxn modelId="{E04EED74-8E22-40AA-8CB5-D423FF717670}" type="presParOf" srcId="{BF8A76EE-1221-4F42-95E1-B054AE5A2BDB}" destId="{C4769062-B4CA-4AF2-85DC-713D4E0B58F3}" srcOrd="2" destOrd="0" presId="urn:microsoft.com/office/officeart/2005/8/layout/default"/>
    <dgm:cxn modelId="{24E7663D-D064-41E3-B818-DEE5E72226DA}" type="presParOf" srcId="{BF8A76EE-1221-4F42-95E1-B054AE5A2BDB}" destId="{122CBEAD-F83D-4FDC-9C3D-BA2B62B8D798}" srcOrd="3" destOrd="0" presId="urn:microsoft.com/office/officeart/2005/8/layout/default"/>
    <dgm:cxn modelId="{24AC56F0-0393-4E86-8E72-D79E98CE42D0}" type="presParOf" srcId="{BF8A76EE-1221-4F42-95E1-B054AE5A2BDB}" destId="{BB7DC585-0429-47C0-8859-920E55C9FCD3}" srcOrd="4" destOrd="0" presId="urn:microsoft.com/office/officeart/2005/8/layout/default"/>
    <dgm:cxn modelId="{05D124A6-AFF9-42E4-B73E-1A8AEE455942}" type="presParOf" srcId="{BF8A76EE-1221-4F42-95E1-B054AE5A2BDB}" destId="{04ECAFF6-5E14-43D4-9B83-C4148CCE6173}" srcOrd="5" destOrd="0" presId="urn:microsoft.com/office/officeart/2005/8/layout/default"/>
    <dgm:cxn modelId="{D156E1A5-B46C-4D80-9D75-62BC0D39E990}" type="presParOf" srcId="{BF8A76EE-1221-4F42-95E1-B054AE5A2BDB}" destId="{5B2157AF-EEBF-417B-AF1B-ECC6C8C56B66}" srcOrd="6" destOrd="0" presId="urn:microsoft.com/office/officeart/2005/8/layout/default"/>
    <dgm:cxn modelId="{AAA26A4F-562C-4424-97CA-0447A55F3A2E}" type="presParOf" srcId="{BF8A76EE-1221-4F42-95E1-B054AE5A2BDB}" destId="{78E46778-E737-4864-B41B-F8C99216E74E}" srcOrd="7" destOrd="0" presId="urn:microsoft.com/office/officeart/2005/8/layout/default"/>
    <dgm:cxn modelId="{B68FA91D-4DDE-4A4D-BF79-8709C39EF757}" type="presParOf" srcId="{BF8A76EE-1221-4F42-95E1-B054AE5A2BDB}" destId="{7E1C8067-424B-4B3F-825E-83BB0F298474}" srcOrd="8"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1C7C2-A099-4ABC-A4A3-037700A828A5}">
      <dsp:nvSpPr>
        <dsp:cNvPr id="0" name=""/>
        <dsp:cNvSpPr/>
      </dsp:nvSpPr>
      <dsp:spPr>
        <a:xfrm>
          <a:off x="261818" y="0"/>
          <a:ext cx="9530028" cy="476501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endParaRPr lang="en-US" sz="3300" kern="1200" dirty="0"/>
        </a:p>
        <a:p>
          <a:pPr marL="228600" lvl="1" indent="-228600" algn="l" defTabSz="1155700">
            <a:lnSpc>
              <a:spcPct val="90000"/>
            </a:lnSpc>
            <a:spcBef>
              <a:spcPct val="0"/>
            </a:spcBef>
            <a:spcAft>
              <a:spcPct val="15000"/>
            </a:spcAft>
            <a:buChar char="•"/>
          </a:pPr>
          <a:r>
            <a:rPr lang="en-US" sz="2600" kern="1200" dirty="0"/>
            <a:t>Executive Summary </a:t>
          </a:r>
        </a:p>
        <a:p>
          <a:pPr marL="228600" lvl="1" indent="-228600" algn="l" defTabSz="1155700">
            <a:lnSpc>
              <a:spcPct val="90000"/>
            </a:lnSpc>
            <a:spcBef>
              <a:spcPct val="0"/>
            </a:spcBef>
            <a:spcAft>
              <a:spcPct val="15000"/>
            </a:spcAft>
            <a:buChar char="•"/>
          </a:pPr>
          <a:r>
            <a:rPr lang="en-US" sz="2600" kern="1200"/>
            <a:t>Business Problem Overview and Solution Approach </a:t>
          </a:r>
        </a:p>
        <a:p>
          <a:pPr marL="228600" lvl="1" indent="-228600" algn="l" defTabSz="1155700">
            <a:lnSpc>
              <a:spcPct val="90000"/>
            </a:lnSpc>
            <a:spcBef>
              <a:spcPct val="0"/>
            </a:spcBef>
            <a:spcAft>
              <a:spcPct val="15000"/>
            </a:spcAft>
            <a:buChar char="•"/>
          </a:pPr>
          <a:r>
            <a:rPr lang="en-US" sz="2600" kern="1200"/>
            <a:t>EDA Results </a:t>
          </a:r>
        </a:p>
        <a:p>
          <a:pPr marL="228600" lvl="1" indent="-228600" algn="l" defTabSz="1155700">
            <a:lnSpc>
              <a:spcPct val="90000"/>
            </a:lnSpc>
            <a:spcBef>
              <a:spcPct val="0"/>
            </a:spcBef>
            <a:spcAft>
              <a:spcPct val="15000"/>
            </a:spcAft>
            <a:buChar char="•"/>
          </a:pPr>
          <a:r>
            <a:rPr lang="en-US" sz="2600" kern="1200"/>
            <a:t>Data Preprocessing</a:t>
          </a:r>
        </a:p>
        <a:p>
          <a:pPr marL="228600" lvl="1" indent="-228600" algn="l" defTabSz="1155700">
            <a:lnSpc>
              <a:spcPct val="90000"/>
            </a:lnSpc>
            <a:spcBef>
              <a:spcPct val="0"/>
            </a:spcBef>
            <a:spcAft>
              <a:spcPct val="15000"/>
            </a:spcAft>
            <a:buChar char="•"/>
          </a:pPr>
          <a:r>
            <a:rPr lang="en-US" sz="2600" kern="1200"/>
            <a:t>Model Building and Hyperparameter Tuning</a:t>
          </a:r>
        </a:p>
        <a:p>
          <a:pPr marL="228600" lvl="1" indent="-228600" algn="l" defTabSz="1155700">
            <a:lnSpc>
              <a:spcPct val="90000"/>
            </a:lnSpc>
            <a:spcBef>
              <a:spcPct val="0"/>
            </a:spcBef>
            <a:spcAft>
              <a:spcPct val="15000"/>
            </a:spcAft>
            <a:buChar char="•"/>
          </a:pPr>
          <a:r>
            <a:rPr lang="en-US" sz="2600" kern="1200"/>
            <a:t>Model Performance Comparison and Final Model Selection</a:t>
          </a:r>
        </a:p>
        <a:p>
          <a:pPr marL="228600" lvl="1" indent="-228600" algn="l" defTabSz="1155700">
            <a:lnSpc>
              <a:spcPct val="90000"/>
            </a:lnSpc>
            <a:spcBef>
              <a:spcPct val="0"/>
            </a:spcBef>
            <a:spcAft>
              <a:spcPct val="15000"/>
            </a:spcAft>
            <a:buChar char="•"/>
          </a:pPr>
          <a:r>
            <a:rPr lang="en-US" sz="2600" kern="1200"/>
            <a:t>Important Feature based on Final Model</a:t>
          </a:r>
        </a:p>
      </dsp:txBody>
      <dsp:txXfrm>
        <a:off x="494427" y="232609"/>
        <a:ext cx="9064810" cy="42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BFF70A-24C3-4A23-AD4A-0ECECFDB8C7F}">
      <dsp:nvSpPr>
        <dsp:cNvPr id="0" name=""/>
        <dsp:cNvSpPr/>
      </dsp:nvSpPr>
      <dsp:spPr>
        <a:xfrm>
          <a:off x="0" y="0"/>
          <a:ext cx="9686248" cy="1725561"/>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profile of the applicants for whom the visa status can be approved:</a:t>
          </a:r>
        </a:p>
      </dsp:txBody>
      <dsp:txXfrm>
        <a:off x="50540" y="50540"/>
        <a:ext cx="7824233" cy="1624481"/>
      </dsp:txXfrm>
    </dsp:sp>
    <dsp:sp modelId="{07DA79B1-0BD3-4E12-9ED6-30383B3AA8BA}">
      <dsp:nvSpPr>
        <dsp:cNvPr id="0" name=""/>
        <dsp:cNvSpPr/>
      </dsp:nvSpPr>
      <dsp:spPr>
        <a:xfrm>
          <a:off x="854669" y="2013154"/>
          <a:ext cx="9686248" cy="1725561"/>
        </a:xfrm>
        <a:prstGeom prst="roundRect">
          <a:avLst>
            <a:gd name="adj" fmla="val 10000"/>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Primary information to look at</a:t>
          </a:r>
          <a:r>
            <a:rPr lang="en-US" sz="1400" kern="1200"/>
            <a:t>:</a:t>
          </a:r>
        </a:p>
        <a:p>
          <a:pPr marL="114300" lvl="1" indent="-114300" algn="l" defTabSz="622300">
            <a:lnSpc>
              <a:spcPct val="90000"/>
            </a:lnSpc>
            <a:spcBef>
              <a:spcPct val="0"/>
            </a:spcBef>
            <a:spcAft>
              <a:spcPct val="15000"/>
            </a:spcAft>
            <a:buChar char="•"/>
          </a:pPr>
          <a:r>
            <a:rPr lang="en-US" sz="1400" kern="1200" dirty="0"/>
            <a:t>Education level - At least has a Bachelor's degree - Master's and doctorate are preferred.</a:t>
          </a:r>
        </a:p>
        <a:p>
          <a:pPr marL="114300" lvl="1" indent="-114300" algn="l" defTabSz="622300">
            <a:lnSpc>
              <a:spcPct val="90000"/>
            </a:lnSpc>
            <a:spcBef>
              <a:spcPct val="0"/>
            </a:spcBef>
            <a:spcAft>
              <a:spcPct val="15000"/>
            </a:spcAft>
            <a:buChar char="•"/>
          </a:pPr>
          <a:r>
            <a:rPr lang="en-US" sz="1400" kern="1200"/>
            <a:t>Job Experience - Should have some job experience.</a:t>
          </a:r>
        </a:p>
        <a:p>
          <a:pPr marL="114300" lvl="1" indent="-114300" algn="l" defTabSz="622300">
            <a:lnSpc>
              <a:spcPct val="90000"/>
            </a:lnSpc>
            <a:spcBef>
              <a:spcPct val="0"/>
            </a:spcBef>
            <a:spcAft>
              <a:spcPct val="15000"/>
            </a:spcAft>
            <a:buChar char="•"/>
          </a:pPr>
          <a:r>
            <a:rPr lang="en-US" sz="1400" kern="1200"/>
            <a:t>Prevailing wage - The median prevailing wage of the employees for whom the visa got certified is around 72k.</a:t>
          </a:r>
        </a:p>
      </dsp:txBody>
      <dsp:txXfrm>
        <a:off x="905209" y="2063694"/>
        <a:ext cx="7608885" cy="1624481"/>
      </dsp:txXfrm>
    </dsp:sp>
    <dsp:sp modelId="{6BA1DD8A-DD79-4712-B32F-1012C74A0D65}">
      <dsp:nvSpPr>
        <dsp:cNvPr id="0" name=""/>
        <dsp:cNvSpPr/>
      </dsp:nvSpPr>
      <dsp:spPr>
        <a:xfrm>
          <a:off x="1709338" y="4026309"/>
          <a:ext cx="9686248" cy="1725561"/>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Secondary information to look at:</a:t>
          </a:r>
          <a:endParaRPr lang="en-US" sz="1400" kern="1200"/>
        </a:p>
        <a:p>
          <a:pPr marL="114300" lvl="1" indent="-114300" algn="l" defTabSz="622300">
            <a:lnSpc>
              <a:spcPct val="90000"/>
            </a:lnSpc>
            <a:spcBef>
              <a:spcPct val="0"/>
            </a:spcBef>
            <a:spcAft>
              <a:spcPct val="15000"/>
            </a:spcAft>
            <a:buChar char="•"/>
          </a:pPr>
          <a:r>
            <a:rPr lang="en-US" sz="1400" kern="1200"/>
            <a:t>Unit of Wage - Applicants having a yearly unit of wage.</a:t>
          </a:r>
        </a:p>
        <a:p>
          <a:pPr marL="114300" lvl="1" indent="-114300" algn="l" defTabSz="622300">
            <a:lnSpc>
              <a:spcPct val="90000"/>
            </a:lnSpc>
            <a:spcBef>
              <a:spcPct val="0"/>
            </a:spcBef>
            <a:spcAft>
              <a:spcPct val="15000"/>
            </a:spcAft>
            <a:buChar char="•"/>
          </a:pPr>
          <a:r>
            <a:rPr lang="en-US" sz="1400" kern="1200"/>
            <a:t>Continent - Ideally, the nationality and ethnicity of an applicant shouldn't matter to work in a country, but previously it has been observed that applicants from Europe, Africa, and Asia have higher chances of visa certification.</a:t>
          </a:r>
        </a:p>
        <a:p>
          <a:pPr marL="114300" lvl="1" indent="-114300" algn="l" defTabSz="622300">
            <a:lnSpc>
              <a:spcPct val="90000"/>
            </a:lnSpc>
            <a:spcBef>
              <a:spcPct val="0"/>
            </a:spcBef>
            <a:spcAft>
              <a:spcPct val="15000"/>
            </a:spcAft>
            <a:buChar char="•"/>
          </a:pPr>
          <a:r>
            <a:rPr lang="en-US" sz="1400" kern="1200"/>
            <a:t>Region of employment – Analysis shows that the Midwest region has more chances of visa approval.</a:t>
          </a:r>
        </a:p>
      </dsp:txBody>
      <dsp:txXfrm>
        <a:off x="1759878" y="4076849"/>
        <a:ext cx="7608885" cy="1624481"/>
      </dsp:txXfrm>
    </dsp:sp>
    <dsp:sp modelId="{8E587962-87E4-49A0-9095-4D2DE4DB7E93}">
      <dsp:nvSpPr>
        <dsp:cNvPr id="0" name=""/>
        <dsp:cNvSpPr/>
      </dsp:nvSpPr>
      <dsp:spPr>
        <a:xfrm>
          <a:off x="8564634" y="1308550"/>
          <a:ext cx="1121614" cy="1121614"/>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816997" y="1308550"/>
        <a:ext cx="616888" cy="844015"/>
      </dsp:txXfrm>
    </dsp:sp>
    <dsp:sp modelId="{85CC61EB-9B66-4B21-B19F-CA12805F5C94}">
      <dsp:nvSpPr>
        <dsp:cNvPr id="0" name=""/>
        <dsp:cNvSpPr/>
      </dsp:nvSpPr>
      <dsp:spPr>
        <a:xfrm>
          <a:off x="9419303" y="3310201"/>
          <a:ext cx="1121614" cy="1121614"/>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671666" y="3310201"/>
        <a:ext cx="616888" cy="8440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926A10-43F5-4430-8C9A-5787C275E5B2}">
      <dsp:nvSpPr>
        <dsp:cNvPr id="0" name=""/>
        <dsp:cNvSpPr/>
      </dsp:nvSpPr>
      <dsp:spPr>
        <a:xfrm>
          <a:off x="128637" y="0"/>
          <a:ext cx="9895184" cy="1758194"/>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The profile of the applicants for whom the visa status can be denied:</a:t>
          </a:r>
        </a:p>
      </dsp:txBody>
      <dsp:txXfrm>
        <a:off x="180133" y="51496"/>
        <a:ext cx="7997955" cy="1655202"/>
      </dsp:txXfrm>
    </dsp:sp>
    <dsp:sp modelId="{92417864-4F96-4987-A923-107DACB9F700}">
      <dsp:nvSpPr>
        <dsp:cNvPr id="0" name=""/>
        <dsp:cNvSpPr/>
      </dsp:nvSpPr>
      <dsp:spPr>
        <a:xfrm>
          <a:off x="873104" y="2051226"/>
          <a:ext cx="9895184" cy="1758194"/>
        </a:xfrm>
        <a:prstGeom prst="roundRect">
          <a:avLst>
            <a:gd name="adj" fmla="val 10000"/>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Primary information to look at</a:t>
          </a:r>
          <a:r>
            <a:rPr lang="en-US" sz="1400" kern="1200"/>
            <a:t>:</a:t>
          </a:r>
        </a:p>
        <a:p>
          <a:pPr marL="114300" lvl="1" indent="-114300" algn="l" defTabSz="622300">
            <a:lnSpc>
              <a:spcPct val="90000"/>
            </a:lnSpc>
            <a:spcBef>
              <a:spcPct val="0"/>
            </a:spcBef>
            <a:spcAft>
              <a:spcPct val="15000"/>
            </a:spcAft>
            <a:buChar char="•"/>
          </a:pPr>
          <a:r>
            <a:rPr lang="en-US" sz="1400" kern="1200"/>
            <a:t>Education level - Doesn't have any degree and has completed high school.</a:t>
          </a:r>
        </a:p>
        <a:p>
          <a:pPr marL="114300" lvl="1" indent="-114300" algn="l" defTabSz="622300">
            <a:lnSpc>
              <a:spcPct val="90000"/>
            </a:lnSpc>
            <a:spcBef>
              <a:spcPct val="0"/>
            </a:spcBef>
            <a:spcAft>
              <a:spcPct val="15000"/>
            </a:spcAft>
            <a:buChar char="•"/>
          </a:pPr>
          <a:r>
            <a:rPr lang="en-US" sz="1400" kern="1200"/>
            <a:t>Job Experience – Doesn’t have any job experience.</a:t>
          </a:r>
        </a:p>
        <a:p>
          <a:pPr marL="114300" lvl="1" indent="-114300" algn="l" defTabSz="622300">
            <a:lnSpc>
              <a:spcPct val="90000"/>
            </a:lnSpc>
            <a:spcBef>
              <a:spcPct val="0"/>
            </a:spcBef>
            <a:spcAft>
              <a:spcPct val="15000"/>
            </a:spcAft>
            <a:buChar char="•"/>
          </a:pPr>
          <a:r>
            <a:rPr lang="en-US" sz="1400" kern="1200"/>
            <a:t>Prevailing wage - The median prevailing wage of the employees for whom the visa was denied is around 65k.</a:t>
          </a:r>
        </a:p>
      </dsp:txBody>
      <dsp:txXfrm>
        <a:off x="924600" y="2102722"/>
        <a:ext cx="7776262" cy="1655202"/>
      </dsp:txXfrm>
    </dsp:sp>
    <dsp:sp modelId="{619FAC95-6D62-431A-8827-64F5EB2CFAF6}">
      <dsp:nvSpPr>
        <dsp:cNvPr id="0" name=""/>
        <dsp:cNvSpPr/>
      </dsp:nvSpPr>
      <dsp:spPr>
        <a:xfrm>
          <a:off x="1746209" y="4102452"/>
          <a:ext cx="9895184" cy="1758194"/>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dirty="0"/>
            <a:t>Secondary information to look at:</a:t>
          </a:r>
          <a:endParaRPr lang="en-US" sz="1400" kern="1200" dirty="0"/>
        </a:p>
        <a:p>
          <a:pPr marL="114300" lvl="1" indent="-114300" algn="l" defTabSz="622300">
            <a:lnSpc>
              <a:spcPct val="90000"/>
            </a:lnSpc>
            <a:spcBef>
              <a:spcPct val="0"/>
            </a:spcBef>
            <a:spcAft>
              <a:spcPct val="15000"/>
            </a:spcAft>
            <a:buChar char="•"/>
          </a:pPr>
          <a:r>
            <a:rPr lang="en-US" sz="1400" kern="1200"/>
            <a:t>Unit of Wage - Applicants having an hourly unit of wage.</a:t>
          </a:r>
        </a:p>
        <a:p>
          <a:pPr marL="114300" lvl="1" indent="-114300" algn="l" defTabSz="622300">
            <a:lnSpc>
              <a:spcPct val="90000"/>
            </a:lnSpc>
            <a:spcBef>
              <a:spcPct val="0"/>
            </a:spcBef>
            <a:spcAft>
              <a:spcPct val="15000"/>
            </a:spcAft>
            <a:buChar char="•"/>
          </a:pPr>
          <a:r>
            <a:rPr lang="en-US" sz="1400" kern="1200"/>
            <a:t>Continent - Ideally, the nationality and ethnicity of an applicant shouldn't matter to work in a country, but previously it has been observed that applicants from South America, North America, and Oceania have a higher chance of a visa being denied.</a:t>
          </a:r>
        </a:p>
        <a:p>
          <a:pPr marL="114300" lvl="1" indent="-114300" algn="l" defTabSz="622300">
            <a:lnSpc>
              <a:spcPct val="90000"/>
            </a:lnSpc>
            <a:spcBef>
              <a:spcPct val="0"/>
            </a:spcBef>
            <a:spcAft>
              <a:spcPct val="15000"/>
            </a:spcAft>
            <a:buChar char="•"/>
          </a:pPr>
          <a:r>
            <a:rPr lang="en-US" sz="1400" kern="1200" dirty="0"/>
            <a:t>Region of employment – Analysis shows that the Midwest region has more chances of visa approval.</a:t>
          </a:r>
        </a:p>
      </dsp:txBody>
      <dsp:txXfrm>
        <a:off x="1797705" y="4153948"/>
        <a:ext cx="7776262" cy="1655202"/>
      </dsp:txXfrm>
    </dsp:sp>
    <dsp:sp modelId="{5D08498F-0986-46D7-8A7F-A1654201CCE8}">
      <dsp:nvSpPr>
        <dsp:cNvPr id="0" name=""/>
        <dsp:cNvSpPr/>
      </dsp:nvSpPr>
      <dsp:spPr>
        <a:xfrm>
          <a:off x="8752358" y="1333297"/>
          <a:ext cx="1142826" cy="1142826"/>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09494" y="1333297"/>
        <a:ext cx="628554" cy="859977"/>
      </dsp:txXfrm>
    </dsp:sp>
    <dsp:sp modelId="{F80A4D80-6112-4575-8508-A96AD7D1532F}">
      <dsp:nvSpPr>
        <dsp:cNvPr id="0" name=""/>
        <dsp:cNvSpPr/>
      </dsp:nvSpPr>
      <dsp:spPr>
        <a:xfrm>
          <a:off x="9625463" y="3372802"/>
          <a:ext cx="1142826" cy="1142826"/>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882599" y="3372802"/>
        <a:ext cx="628554" cy="859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45883-734F-4517-B228-D1921EC4193A}">
      <dsp:nvSpPr>
        <dsp:cNvPr id="0" name=""/>
        <dsp:cNvSpPr/>
      </dsp:nvSpPr>
      <dsp:spPr>
        <a:xfrm>
          <a:off x="0" y="0"/>
          <a:ext cx="9895184" cy="2637291"/>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Additional information of employers and employees can be collected to gain better insights. Information such as: </a:t>
          </a:r>
        </a:p>
      </dsp:txBody>
      <dsp:txXfrm>
        <a:off x="77244" y="77244"/>
        <a:ext cx="7169338" cy="2482803"/>
      </dsp:txXfrm>
    </dsp:sp>
    <dsp:sp modelId="{51FE1CB4-0C07-4BDD-A1F8-FCC657085BA9}">
      <dsp:nvSpPr>
        <dsp:cNvPr id="0" name=""/>
        <dsp:cNvSpPr/>
      </dsp:nvSpPr>
      <dsp:spPr>
        <a:xfrm>
          <a:off x="1746209" y="3223355"/>
          <a:ext cx="9895184" cy="2637291"/>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Employers’ information about the wage they are offering to the applicant, the sector in which the company operates, etc. </a:t>
          </a:r>
        </a:p>
        <a:p>
          <a:pPr marL="0" lvl="0" indent="0" algn="l" defTabSz="800100">
            <a:lnSpc>
              <a:spcPct val="90000"/>
            </a:lnSpc>
            <a:spcBef>
              <a:spcPct val="0"/>
            </a:spcBef>
            <a:spcAft>
              <a:spcPct val="35000"/>
            </a:spcAft>
            <a:buFont typeface="Wingdings" panose="05000000000000000000" pitchFamily="2" charset="2"/>
            <a:buNone/>
          </a:pPr>
          <a:endParaRPr lang="en-US" sz="1800" kern="1200" dirty="0"/>
        </a:p>
        <a:p>
          <a:pPr marL="0" lvl="0" indent="0" algn="l" defTabSz="800100">
            <a:lnSpc>
              <a:spcPct val="90000"/>
            </a:lnSpc>
            <a:spcBef>
              <a:spcPct val="0"/>
            </a:spcBef>
            <a:spcAft>
              <a:spcPct val="35000"/>
            </a:spcAft>
            <a:buFont typeface="Wingdings" panose="05000000000000000000" pitchFamily="2" charset="2"/>
            <a:buNone/>
          </a:pPr>
          <a:r>
            <a:rPr lang="en-US" sz="1800" kern="1200" dirty="0"/>
            <a:t>Employee’s Specialization in their educational degree, Number of years of experience, etc.</a:t>
          </a:r>
        </a:p>
      </dsp:txBody>
      <dsp:txXfrm>
        <a:off x="1823453" y="3300599"/>
        <a:ext cx="6280248" cy="2482803"/>
      </dsp:txXfrm>
    </dsp:sp>
    <dsp:sp modelId="{5F06B67C-B65F-448F-9A4A-850DBE6EB3F6}">
      <dsp:nvSpPr>
        <dsp:cNvPr id="0" name=""/>
        <dsp:cNvSpPr/>
      </dsp:nvSpPr>
      <dsp:spPr>
        <a:xfrm>
          <a:off x="8180945" y="2073203"/>
          <a:ext cx="1714239" cy="1714239"/>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566649" y="2073203"/>
        <a:ext cx="942831" cy="12899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953AE-6F67-4195-9245-62A3312333D2}">
      <dsp:nvSpPr>
        <dsp:cNvPr id="0" name=""/>
        <dsp:cNvSpPr/>
      </dsp:nvSpPr>
      <dsp:spPr>
        <a:xfrm>
          <a:off x="0" y="0"/>
          <a:ext cx="9916214" cy="1695797"/>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OFLC processes job certification applications for employers seeking to bring foreign workers into the United States and grants certifications in those cases where employers can demonstrate that there are not sufficient US workers available to perform the work at wages that meet or exceed the wage paid for the occupation in the area of intended employment. </a:t>
          </a:r>
        </a:p>
      </dsp:txBody>
      <dsp:txXfrm>
        <a:off x="49668" y="49668"/>
        <a:ext cx="8086317" cy="1596461"/>
      </dsp:txXfrm>
    </dsp:sp>
    <dsp:sp modelId="{41E9AE0C-F677-41A2-834C-9CF2119B6AC3}">
      <dsp:nvSpPr>
        <dsp:cNvPr id="0" name=""/>
        <dsp:cNvSpPr/>
      </dsp:nvSpPr>
      <dsp:spPr>
        <a:xfrm>
          <a:off x="874960" y="1978429"/>
          <a:ext cx="9916214" cy="1695797"/>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process of reviewing every case is becoming a tedious task as the number of applicants is increasing every year. In FY 2016, the OFLC processed 775,979 employer applications for 1,699,957 positions under temporary and permanent labor certifications, a 9% increase over the previous year. </a:t>
          </a:r>
        </a:p>
      </dsp:txBody>
      <dsp:txXfrm>
        <a:off x="924628" y="2028097"/>
        <a:ext cx="7839650" cy="1596461"/>
      </dsp:txXfrm>
    </dsp:sp>
    <dsp:sp modelId="{82DF79A8-944A-4E5B-93D1-A8FD0F07EF3D}">
      <dsp:nvSpPr>
        <dsp:cNvPr id="0" name=""/>
        <dsp:cNvSpPr/>
      </dsp:nvSpPr>
      <dsp:spPr>
        <a:xfrm>
          <a:off x="1749920" y="3956859"/>
          <a:ext cx="9916214" cy="1695797"/>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task at hand to analyze the data provided to facilitate the process of visa approvals by building a machine learning model and to recommend a suitable profile for the applicants for whom the visa should be certified or denied based on the drivers that significantly influence the case status.</a:t>
          </a:r>
        </a:p>
      </dsp:txBody>
      <dsp:txXfrm>
        <a:off x="1799588" y="4006527"/>
        <a:ext cx="7839650" cy="1596461"/>
      </dsp:txXfrm>
    </dsp:sp>
    <dsp:sp modelId="{BC98B45F-1171-4797-85E6-1074CBA59DD8}">
      <dsp:nvSpPr>
        <dsp:cNvPr id="0" name=""/>
        <dsp:cNvSpPr/>
      </dsp:nvSpPr>
      <dsp:spPr>
        <a:xfrm>
          <a:off x="8813946" y="1285979"/>
          <a:ext cx="1102268" cy="1102268"/>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1956" y="1285979"/>
        <a:ext cx="606248" cy="829457"/>
      </dsp:txXfrm>
    </dsp:sp>
    <dsp:sp modelId="{E3D19FF0-8E43-4537-A346-F3CEA5B2CB78}">
      <dsp:nvSpPr>
        <dsp:cNvPr id="0" name=""/>
        <dsp:cNvSpPr/>
      </dsp:nvSpPr>
      <dsp:spPr>
        <a:xfrm>
          <a:off x="9688906" y="3253104"/>
          <a:ext cx="1102268" cy="1102268"/>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936916" y="3253104"/>
        <a:ext cx="606248" cy="8294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6FD4F-CA11-41F7-AD06-465A5AFC26A6}">
      <dsp:nvSpPr>
        <dsp:cNvPr id="0" name=""/>
        <dsp:cNvSpPr/>
      </dsp:nvSpPr>
      <dsp:spPr>
        <a:xfrm>
          <a:off x="7414" y="327744"/>
          <a:ext cx="2216118" cy="132967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Applications from Europe and Africa have a higher chance of getting certified, </a:t>
          </a:r>
          <a:r>
            <a:rPr lang="en-US" sz="1300" b="0" i="0" kern="1200" dirty="0"/>
            <a:t>with 79% and 72%, respectively</a:t>
          </a:r>
          <a:r>
            <a:rPr lang="en-US" sz="1300" kern="1200" dirty="0"/>
            <a:t>.</a:t>
          </a:r>
        </a:p>
      </dsp:txBody>
      <dsp:txXfrm>
        <a:off x="46359" y="366689"/>
        <a:ext cx="2138228" cy="1251780"/>
      </dsp:txXfrm>
    </dsp:sp>
    <dsp:sp modelId="{CC095DD4-7A78-4EAE-ACB1-07E73B3C5091}">
      <dsp:nvSpPr>
        <dsp:cNvPr id="0" name=""/>
        <dsp:cNvSpPr/>
      </dsp:nvSpPr>
      <dsp:spPr>
        <a:xfrm>
          <a:off x="2418551" y="717780"/>
          <a:ext cx="469817" cy="54959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18551" y="827699"/>
        <a:ext cx="328872" cy="329759"/>
      </dsp:txXfrm>
    </dsp:sp>
    <dsp:sp modelId="{3AF1D2E3-0D41-4D14-80ED-B8F3C5C98C85}">
      <dsp:nvSpPr>
        <dsp:cNvPr id="0" name=""/>
        <dsp:cNvSpPr/>
      </dsp:nvSpPr>
      <dsp:spPr>
        <a:xfrm>
          <a:off x="3109979" y="327744"/>
          <a:ext cx="2216118" cy="132967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Asia has the third-highest percentage (Around 60%) of visa certification and has the highest number of applications.</a:t>
          </a:r>
        </a:p>
      </dsp:txBody>
      <dsp:txXfrm>
        <a:off x="3148924" y="366689"/>
        <a:ext cx="2138228" cy="1251780"/>
      </dsp:txXfrm>
    </dsp:sp>
    <dsp:sp modelId="{771BEFB5-43A2-4073-8FB7-01D177189CE7}">
      <dsp:nvSpPr>
        <dsp:cNvPr id="0" name=""/>
        <dsp:cNvSpPr/>
      </dsp:nvSpPr>
      <dsp:spPr>
        <a:xfrm>
          <a:off x="5521116" y="717780"/>
          <a:ext cx="469817" cy="54959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521116" y="827699"/>
        <a:ext cx="328872" cy="329759"/>
      </dsp:txXfrm>
    </dsp:sp>
    <dsp:sp modelId="{2A81D203-B45F-4AFB-83E4-A98995E3F1B0}">
      <dsp:nvSpPr>
        <dsp:cNvPr id="0" name=""/>
        <dsp:cNvSpPr/>
      </dsp:nvSpPr>
      <dsp:spPr>
        <a:xfrm>
          <a:off x="6212545" y="327744"/>
          <a:ext cx="2216118" cy="132967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The continent of South America has the lowest rate at 58%.</a:t>
          </a:r>
        </a:p>
      </dsp:txBody>
      <dsp:txXfrm>
        <a:off x="6251490" y="366689"/>
        <a:ext cx="2138228" cy="12517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C5CB2-B4DB-45D8-BAE4-87AB30BE60EC}">
      <dsp:nvSpPr>
        <dsp:cNvPr id="0" name=""/>
        <dsp:cNvSpPr/>
      </dsp:nvSpPr>
      <dsp:spPr>
        <a:xfrm>
          <a:off x="0" y="52445"/>
          <a:ext cx="6191974" cy="1295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Education seems to have a positive relationship with the certification of a visa; the higher the education, the higher the chances of a visa getting certified.</a:t>
          </a:r>
        </a:p>
      </dsp:txBody>
      <dsp:txXfrm>
        <a:off x="63226" y="115671"/>
        <a:ext cx="6065522" cy="1168737"/>
      </dsp:txXfrm>
    </dsp:sp>
    <dsp:sp modelId="{79FEBC30-625E-4F51-B4BF-180DB3635D48}">
      <dsp:nvSpPr>
        <dsp:cNvPr id="0" name=""/>
        <dsp:cNvSpPr/>
      </dsp:nvSpPr>
      <dsp:spPr>
        <a:xfrm>
          <a:off x="0" y="1399475"/>
          <a:ext cx="6191974" cy="1295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Around 85% of the visa applications got certified for the applicants with a Doctorate. While 80% of the visa applications got certified for the applicants with a Master's degree.</a:t>
          </a:r>
        </a:p>
      </dsp:txBody>
      <dsp:txXfrm>
        <a:off x="63226" y="1462701"/>
        <a:ext cx="6065522" cy="1168737"/>
      </dsp:txXfrm>
    </dsp:sp>
    <dsp:sp modelId="{E7BBC00A-4F46-40FA-813B-82654AEDA14C}">
      <dsp:nvSpPr>
        <dsp:cNvPr id="0" name=""/>
        <dsp:cNvSpPr/>
      </dsp:nvSpPr>
      <dsp:spPr>
        <a:xfrm>
          <a:off x="0" y="2746505"/>
          <a:ext cx="6191974" cy="1295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Around 60% of the visa applications got certified for applicants with Bachelor's degrees.</a:t>
          </a:r>
        </a:p>
      </dsp:txBody>
      <dsp:txXfrm>
        <a:off x="63226" y="2809731"/>
        <a:ext cx="6065522" cy="1168737"/>
      </dsp:txXfrm>
    </dsp:sp>
    <dsp:sp modelId="{51DEC869-833F-4329-A073-EFAC5CD7FE29}">
      <dsp:nvSpPr>
        <dsp:cNvPr id="0" name=""/>
        <dsp:cNvSpPr/>
      </dsp:nvSpPr>
      <dsp:spPr>
        <a:xfrm>
          <a:off x="0" y="4093534"/>
          <a:ext cx="6191974" cy="129518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Applicants who do not have a degree and have graduated from high school are more likely to have their applications denied.</a:t>
          </a:r>
        </a:p>
      </dsp:txBody>
      <dsp:txXfrm>
        <a:off x="63226" y="4156760"/>
        <a:ext cx="6065522" cy="11687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DEAF9E-BD48-4A2D-BF39-DA73BB5EEA91}">
      <dsp:nvSpPr>
        <dsp:cNvPr id="0" name=""/>
        <dsp:cNvSpPr/>
      </dsp:nvSpPr>
      <dsp:spPr>
        <a:xfrm>
          <a:off x="3388536" y="1600539"/>
          <a:ext cx="747111" cy="91440"/>
        </a:xfrm>
        <a:custGeom>
          <a:avLst/>
          <a:gdLst/>
          <a:ahLst/>
          <a:cxnLst/>
          <a:rect l="0" t="0" r="0" b="0"/>
          <a:pathLst>
            <a:path>
              <a:moveTo>
                <a:pt x="0" y="45720"/>
              </a:moveTo>
              <a:lnTo>
                <a:pt x="747111"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42649" y="1642370"/>
        <a:ext cx="38885" cy="7777"/>
      </dsp:txXfrm>
    </dsp:sp>
    <dsp:sp modelId="{B1A6FBEC-877B-4050-BC62-95E34A05CE38}">
      <dsp:nvSpPr>
        <dsp:cNvPr id="0" name=""/>
        <dsp:cNvSpPr/>
      </dsp:nvSpPr>
      <dsp:spPr>
        <a:xfrm>
          <a:off x="8982" y="631853"/>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There were no null and duplicate values in the dataset.</a:t>
          </a:r>
        </a:p>
      </dsp:txBody>
      <dsp:txXfrm>
        <a:off x="8982" y="631853"/>
        <a:ext cx="3381353" cy="2028812"/>
      </dsp:txXfrm>
    </dsp:sp>
    <dsp:sp modelId="{B02586A4-8CDC-4D8A-80C8-27BA131661A2}">
      <dsp:nvSpPr>
        <dsp:cNvPr id="0" name=""/>
        <dsp:cNvSpPr/>
      </dsp:nvSpPr>
      <dsp:spPr>
        <a:xfrm>
          <a:off x="7547601" y="1600539"/>
          <a:ext cx="747111" cy="91440"/>
        </a:xfrm>
        <a:custGeom>
          <a:avLst/>
          <a:gdLst/>
          <a:ahLst/>
          <a:cxnLst/>
          <a:rect l="0" t="0" r="0" b="0"/>
          <a:pathLst>
            <a:path>
              <a:moveTo>
                <a:pt x="0" y="45720"/>
              </a:moveTo>
              <a:lnTo>
                <a:pt x="747111"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01714" y="1642370"/>
        <a:ext cx="38885" cy="7777"/>
      </dsp:txXfrm>
    </dsp:sp>
    <dsp:sp modelId="{FEBF26E2-E31D-4010-A55B-CF78C1539953}">
      <dsp:nvSpPr>
        <dsp:cNvPr id="0" name=""/>
        <dsp:cNvSpPr/>
      </dsp:nvSpPr>
      <dsp:spPr>
        <a:xfrm>
          <a:off x="4168047" y="631853"/>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The case_id column was dropped from the dataset since all the values in that column were unique.</a:t>
          </a:r>
        </a:p>
      </dsp:txBody>
      <dsp:txXfrm>
        <a:off x="4168047" y="631853"/>
        <a:ext cx="3381353" cy="2028812"/>
      </dsp:txXfrm>
    </dsp:sp>
    <dsp:sp modelId="{5D6E12FA-7142-4511-B716-E75EFC36B8F2}">
      <dsp:nvSpPr>
        <dsp:cNvPr id="0" name=""/>
        <dsp:cNvSpPr/>
      </dsp:nvSpPr>
      <dsp:spPr>
        <a:xfrm>
          <a:off x="1699659" y="2658865"/>
          <a:ext cx="8318130" cy="747111"/>
        </a:xfrm>
        <a:custGeom>
          <a:avLst/>
          <a:gdLst/>
          <a:ahLst/>
          <a:cxnLst/>
          <a:rect l="0" t="0" r="0" b="0"/>
          <a:pathLst>
            <a:path>
              <a:moveTo>
                <a:pt x="8318130" y="0"/>
              </a:moveTo>
              <a:lnTo>
                <a:pt x="8318130" y="390655"/>
              </a:lnTo>
              <a:lnTo>
                <a:pt x="0" y="390655"/>
              </a:lnTo>
              <a:lnTo>
                <a:pt x="0" y="747111"/>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49864" y="3028532"/>
        <a:ext cx="417720" cy="7777"/>
      </dsp:txXfrm>
    </dsp:sp>
    <dsp:sp modelId="{8F5FB6DC-28FF-4EAD-8779-F2B58622E955}">
      <dsp:nvSpPr>
        <dsp:cNvPr id="0" name=""/>
        <dsp:cNvSpPr/>
      </dsp:nvSpPr>
      <dsp:spPr>
        <a:xfrm>
          <a:off x="8327112" y="631853"/>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There were some negative values in the number of employees column, which were replaced by their absolute values.</a:t>
          </a:r>
        </a:p>
      </dsp:txBody>
      <dsp:txXfrm>
        <a:off x="8327112" y="631853"/>
        <a:ext cx="3381353" cy="2028812"/>
      </dsp:txXfrm>
    </dsp:sp>
    <dsp:sp modelId="{FA1DF2AE-EC04-4C56-A18C-1A98D785970E}">
      <dsp:nvSpPr>
        <dsp:cNvPr id="0" name=""/>
        <dsp:cNvSpPr/>
      </dsp:nvSpPr>
      <dsp:spPr>
        <a:xfrm>
          <a:off x="3388536" y="4407062"/>
          <a:ext cx="747111" cy="91440"/>
        </a:xfrm>
        <a:custGeom>
          <a:avLst/>
          <a:gdLst/>
          <a:ahLst/>
          <a:cxnLst/>
          <a:rect l="0" t="0" r="0" b="0"/>
          <a:pathLst>
            <a:path>
              <a:moveTo>
                <a:pt x="0" y="45720"/>
              </a:moveTo>
              <a:lnTo>
                <a:pt x="747111"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42649" y="4448894"/>
        <a:ext cx="38885" cy="7777"/>
      </dsp:txXfrm>
    </dsp:sp>
    <dsp:sp modelId="{9BFDB27B-85AC-4A7D-BA0B-C599EF3ED48C}">
      <dsp:nvSpPr>
        <dsp:cNvPr id="0" name=""/>
        <dsp:cNvSpPr/>
      </dsp:nvSpPr>
      <dsp:spPr>
        <a:xfrm>
          <a:off x="8982" y="3438376"/>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There were quite a few outliers in the data, however, they were not treated since they were genuine values. </a:t>
          </a:r>
        </a:p>
      </dsp:txBody>
      <dsp:txXfrm>
        <a:off x="8982" y="3438376"/>
        <a:ext cx="3381353" cy="2028812"/>
      </dsp:txXfrm>
    </dsp:sp>
    <dsp:sp modelId="{4C2ED0D3-5F2A-4169-B37F-1DBC3027DED2}">
      <dsp:nvSpPr>
        <dsp:cNvPr id="0" name=""/>
        <dsp:cNvSpPr/>
      </dsp:nvSpPr>
      <dsp:spPr>
        <a:xfrm>
          <a:off x="7547601" y="4407062"/>
          <a:ext cx="747111" cy="91440"/>
        </a:xfrm>
        <a:custGeom>
          <a:avLst/>
          <a:gdLst/>
          <a:ahLst/>
          <a:cxnLst/>
          <a:rect l="0" t="0" r="0" b="0"/>
          <a:pathLst>
            <a:path>
              <a:moveTo>
                <a:pt x="0" y="45720"/>
              </a:moveTo>
              <a:lnTo>
                <a:pt x="747111"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01714" y="4448894"/>
        <a:ext cx="38885" cy="7777"/>
      </dsp:txXfrm>
    </dsp:sp>
    <dsp:sp modelId="{872836F7-80EE-4D73-A792-0ECAEE46E4C6}">
      <dsp:nvSpPr>
        <dsp:cNvPr id="0" name=""/>
        <dsp:cNvSpPr/>
      </dsp:nvSpPr>
      <dsp:spPr>
        <a:xfrm>
          <a:off x="4168047" y="3438376"/>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The values in the case_status column were encoded - if the application is certified, the value was changed to 1. Similarly, if the application was denied, the value was changed to 0. </a:t>
          </a:r>
        </a:p>
      </dsp:txBody>
      <dsp:txXfrm>
        <a:off x="4168047" y="3438376"/>
        <a:ext cx="3381353" cy="2028812"/>
      </dsp:txXfrm>
    </dsp:sp>
    <dsp:sp modelId="{0BD99E97-CBF9-4DB2-8C28-00BCBDF3E280}">
      <dsp:nvSpPr>
        <dsp:cNvPr id="0" name=""/>
        <dsp:cNvSpPr/>
      </dsp:nvSpPr>
      <dsp:spPr>
        <a:xfrm>
          <a:off x="8327112" y="3438376"/>
          <a:ext cx="3381353" cy="20288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689" tIns="173920" rIns="165689" bIns="173920" numCol="1" spcCol="1270" anchor="ctr" anchorCtr="0">
          <a:noAutofit/>
        </a:bodyPr>
        <a:lstStyle/>
        <a:p>
          <a:pPr marL="0" lvl="0" indent="0" algn="ctr" defTabSz="622300">
            <a:lnSpc>
              <a:spcPct val="90000"/>
            </a:lnSpc>
            <a:spcBef>
              <a:spcPct val="0"/>
            </a:spcBef>
            <a:spcAft>
              <a:spcPct val="35000"/>
            </a:spcAft>
            <a:buNone/>
          </a:pPr>
          <a:r>
            <a:rPr lang="en-US" sz="1400" kern="1200"/>
            <a:t>For preparing the data for modeling, we first split the data into 2 parts, temporary and test in an 80:20 ratio as an intermediary step. After this, the temporary dataset is again split into training and validation sets in the ratio of 75:25</a:t>
          </a:r>
        </a:p>
      </dsp:txBody>
      <dsp:txXfrm>
        <a:off x="8327112" y="3438376"/>
        <a:ext cx="3381353" cy="20288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952C8-C4D6-4CD8-8F74-EE260F10E92F}">
      <dsp:nvSpPr>
        <dsp:cNvPr id="0" name=""/>
        <dsp:cNvSpPr/>
      </dsp:nvSpPr>
      <dsp:spPr>
        <a:xfrm>
          <a:off x="412829"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3A49B7-0D28-47B6-AB79-7F16C985F012}">
      <dsp:nvSpPr>
        <dsp:cNvPr id="0" name=""/>
        <dsp:cNvSpPr/>
      </dsp:nvSpPr>
      <dsp:spPr>
        <a:xfrm>
          <a:off x="746009"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Since the classes are imbalanced, we try addressing this using oversampling first.</a:t>
          </a:r>
        </a:p>
      </dsp:txBody>
      <dsp:txXfrm>
        <a:off x="801779" y="372496"/>
        <a:ext cx="2887081" cy="1792584"/>
      </dsp:txXfrm>
    </dsp:sp>
    <dsp:sp modelId="{26ACA183-BF44-4FCE-8540-2CCFB45AC7D8}">
      <dsp:nvSpPr>
        <dsp:cNvPr id="0" name=""/>
        <dsp:cNvSpPr/>
      </dsp:nvSpPr>
      <dsp:spPr>
        <a:xfrm>
          <a:off x="4077811"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421317-05CF-47A4-A3F8-4CF5E3BD63D4}">
      <dsp:nvSpPr>
        <dsp:cNvPr id="0" name=""/>
        <dsp:cNvSpPr/>
      </dsp:nvSpPr>
      <dsp:spPr>
        <a:xfrm>
          <a:off x="4410991"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SMOTE (Synthetic Minority Over-sampling Technique) is used to oversample the minority class data to the same proportion as the majority class</a:t>
          </a:r>
        </a:p>
      </dsp:txBody>
      <dsp:txXfrm>
        <a:off x="4466761" y="372496"/>
        <a:ext cx="2887081" cy="1792584"/>
      </dsp:txXfrm>
    </dsp:sp>
    <dsp:sp modelId="{B012D54F-19C2-4936-903F-8F7594F1104F}">
      <dsp:nvSpPr>
        <dsp:cNvPr id="0" name=""/>
        <dsp:cNvSpPr/>
      </dsp:nvSpPr>
      <dsp:spPr>
        <a:xfrm>
          <a:off x="7742793"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5ABD84-D74F-4EF9-92F5-29C516AA147A}">
      <dsp:nvSpPr>
        <dsp:cNvPr id="0" name=""/>
        <dsp:cNvSpPr/>
      </dsp:nvSpPr>
      <dsp:spPr>
        <a:xfrm>
          <a:off x="8075973"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We then build the same models as before using the oversampled data.</a:t>
          </a:r>
        </a:p>
      </dsp:txBody>
      <dsp:txXfrm>
        <a:off x="8131743" y="372496"/>
        <a:ext cx="2887081" cy="179258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16C12-077B-4DE6-8A3F-E9663DDCD4BF}">
      <dsp:nvSpPr>
        <dsp:cNvPr id="0" name=""/>
        <dsp:cNvSpPr/>
      </dsp:nvSpPr>
      <dsp:spPr>
        <a:xfrm>
          <a:off x="412829"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A6391C-8F52-473E-B68E-266BD7DCE141}">
      <dsp:nvSpPr>
        <dsp:cNvPr id="0" name=""/>
        <dsp:cNvSpPr/>
      </dsp:nvSpPr>
      <dsp:spPr>
        <a:xfrm>
          <a:off x="746009"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We then try addressing class imbalance using undersampling first.</a:t>
          </a:r>
        </a:p>
      </dsp:txBody>
      <dsp:txXfrm>
        <a:off x="801779" y="372496"/>
        <a:ext cx="2887081" cy="1792584"/>
      </dsp:txXfrm>
    </dsp:sp>
    <dsp:sp modelId="{9E640873-E78A-45EC-8F05-53C9DF7930EC}">
      <dsp:nvSpPr>
        <dsp:cNvPr id="0" name=""/>
        <dsp:cNvSpPr/>
      </dsp:nvSpPr>
      <dsp:spPr>
        <a:xfrm>
          <a:off x="4077811"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87DFA9-70D8-4450-9C29-166CA6E03AF3}">
      <dsp:nvSpPr>
        <dsp:cNvPr id="0" name=""/>
        <dsp:cNvSpPr/>
      </dsp:nvSpPr>
      <dsp:spPr>
        <a:xfrm>
          <a:off x="4410991"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Random Undersampling is used to undersample the majority class data to the same proportion as the minority class</a:t>
          </a:r>
        </a:p>
      </dsp:txBody>
      <dsp:txXfrm>
        <a:off x="4466761" y="372496"/>
        <a:ext cx="2887081" cy="1792584"/>
      </dsp:txXfrm>
    </dsp:sp>
    <dsp:sp modelId="{87C39E19-856A-4A27-A512-DAEEFA7D00A1}">
      <dsp:nvSpPr>
        <dsp:cNvPr id="0" name=""/>
        <dsp:cNvSpPr/>
      </dsp:nvSpPr>
      <dsp:spPr>
        <a:xfrm>
          <a:off x="7742793" y="205"/>
          <a:ext cx="2998621" cy="1904124"/>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20E316-7511-4001-A2E9-E51BEEEAF581}">
      <dsp:nvSpPr>
        <dsp:cNvPr id="0" name=""/>
        <dsp:cNvSpPr/>
      </dsp:nvSpPr>
      <dsp:spPr>
        <a:xfrm>
          <a:off x="8075973" y="316726"/>
          <a:ext cx="2998621" cy="1904124"/>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We then build the same models as before using the oversampled data</a:t>
          </a:r>
        </a:p>
      </dsp:txBody>
      <dsp:txXfrm>
        <a:off x="8131743" y="372496"/>
        <a:ext cx="2887081" cy="179258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34895-2818-46D1-A4F3-3E2758F7A6B5}">
      <dsp:nvSpPr>
        <dsp:cNvPr id="0" name=""/>
        <dsp:cNvSpPr/>
      </dsp:nvSpPr>
      <dsp:spPr>
        <a:xfrm>
          <a:off x="0" y="0"/>
          <a:ext cx="9153144" cy="928992"/>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Gradient Boosting, XGBoost, and AdaBoost</a:t>
          </a:r>
          <a:r>
            <a:rPr lang="en-US" sz="1600" kern="1200"/>
            <a:t> models demonstrate consistent and good performance along with much better generalization capabilities than the other 3 models for all 3 datasets - the original, the </a:t>
          </a:r>
          <a:r>
            <a:rPr lang="en-US" sz="1600" b="1" kern="1200"/>
            <a:t>oversampled</a:t>
          </a:r>
          <a:r>
            <a:rPr lang="en-US" sz="1600" kern="1200"/>
            <a:t>, and the </a:t>
          </a:r>
          <a:r>
            <a:rPr lang="en-US" sz="1600" b="1" kern="1200"/>
            <a:t>undersampled</a:t>
          </a:r>
          <a:r>
            <a:rPr lang="en-US" sz="1600" kern="1200"/>
            <a:t>. </a:t>
          </a:r>
        </a:p>
      </dsp:txBody>
      <dsp:txXfrm>
        <a:off x="27209" y="27209"/>
        <a:ext cx="8041996" cy="874574"/>
      </dsp:txXfrm>
    </dsp:sp>
    <dsp:sp modelId="{88FCCED9-4EC6-42CD-90E4-B14A6DD7C95E}">
      <dsp:nvSpPr>
        <dsp:cNvPr id="0" name=""/>
        <dsp:cNvSpPr/>
      </dsp:nvSpPr>
      <dsp:spPr>
        <a:xfrm>
          <a:off x="683514" y="1058019"/>
          <a:ext cx="9153144" cy="928992"/>
        </a:xfrm>
        <a:prstGeom prst="roundRect">
          <a:avLst>
            <a:gd name="adj" fmla="val 10000"/>
          </a:avLst>
        </a:prstGeom>
        <a:solidFill>
          <a:schemeClr val="accent2">
            <a:hueOff val="338703"/>
            <a:satOff val="-1658"/>
            <a:lumOff val="9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So, we will tune these three models to see if we can improve their performance. </a:t>
          </a:r>
        </a:p>
      </dsp:txBody>
      <dsp:txXfrm>
        <a:off x="710723" y="1085228"/>
        <a:ext cx="7811366" cy="874574"/>
      </dsp:txXfrm>
    </dsp:sp>
    <dsp:sp modelId="{1AF6C10C-A739-4725-ACF3-F2440791E93A}">
      <dsp:nvSpPr>
        <dsp:cNvPr id="0" name=""/>
        <dsp:cNvSpPr/>
      </dsp:nvSpPr>
      <dsp:spPr>
        <a:xfrm>
          <a:off x="1367028" y="2116038"/>
          <a:ext cx="9153144" cy="928992"/>
        </a:xfrm>
        <a:prstGeom prst="roundRect">
          <a:avLst>
            <a:gd name="adj" fmla="val 10000"/>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We will also try to tune the random forest model and see if we can solve the problem of overfitting and enhance its performance. </a:t>
          </a:r>
        </a:p>
      </dsp:txBody>
      <dsp:txXfrm>
        <a:off x="1394237" y="2143247"/>
        <a:ext cx="7811366" cy="874574"/>
      </dsp:txXfrm>
    </dsp:sp>
    <dsp:sp modelId="{05DE6460-83AA-4C65-8A93-DD9D036BFB5D}">
      <dsp:nvSpPr>
        <dsp:cNvPr id="0" name=""/>
        <dsp:cNvSpPr/>
      </dsp:nvSpPr>
      <dsp:spPr>
        <a:xfrm>
          <a:off x="2050542" y="3174058"/>
          <a:ext cx="9153144" cy="928992"/>
        </a:xfrm>
        <a:prstGeom prst="roundRect">
          <a:avLst>
            <a:gd name="adj" fmla="val 10000"/>
          </a:avLst>
        </a:prstGeom>
        <a:solidFill>
          <a:schemeClr val="accent2">
            <a:hueOff val="1016110"/>
            <a:satOff val="-4974"/>
            <a:lumOff val="27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We will tune the </a:t>
          </a:r>
          <a:r>
            <a:rPr lang="en-US" sz="1600" b="1" kern="1200"/>
            <a:t>Gradient Boosting classifier and AdaBoost classifier</a:t>
          </a:r>
          <a:r>
            <a:rPr lang="en-US" sz="1600" kern="1200"/>
            <a:t> using the original data, as it gives better results for these two models.</a:t>
          </a:r>
        </a:p>
      </dsp:txBody>
      <dsp:txXfrm>
        <a:off x="2077751" y="3201267"/>
        <a:ext cx="7811366" cy="874574"/>
      </dsp:txXfrm>
    </dsp:sp>
    <dsp:sp modelId="{9ECE8D4D-F80D-4B0C-8C83-8BE32F296165}">
      <dsp:nvSpPr>
        <dsp:cNvPr id="0" name=""/>
        <dsp:cNvSpPr/>
      </dsp:nvSpPr>
      <dsp:spPr>
        <a:xfrm>
          <a:off x="2734056" y="4232077"/>
          <a:ext cx="9153144" cy="928992"/>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a:t>
          </a:r>
          <a:r>
            <a:rPr lang="en-US" sz="1600" b="1" kern="1200"/>
            <a:t>XGBoost classifier and Random Forest</a:t>
          </a:r>
          <a:r>
            <a:rPr lang="en-US" sz="1600" kern="1200"/>
            <a:t> classifier will be tuned using the </a:t>
          </a:r>
          <a:r>
            <a:rPr lang="en-US" sz="1600" b="1" kern="1200"/>
            <a:t>oversampled</a:t>
          </a:r>
          <a:r>
            <a:rPr lang="en-US" sz="1600" kern="1200"/>
            <a:t> data.</a:t>
          </a:r>
        </a:p>
      </dsp:txBody>
      <dsp:txXfrm>
        <a:off x="2761265" y="4259286"/>
        <a:ext cx="7811366" cy="874574"/>
      </dsp:txXfrm>
    </dsp:sp>
    <dsp:sp modelId="{57FBAE1D-EBB5-4BD9-B2D5-DF109052CC86}">
      <dsp:nvSpPr>
        <dsp:cNvPr id="0" name=""/>
        <dsp:cNvSpPr/>
      </dsp:nvSpPr>
      <dsp:spPr>
        <a:xfrm>
          <a:off x="8549298" y="678680"/>
          <a:ext cx="603845" cy="603845"/>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8685163" y="678680"/>
        <a:ext cx="332115" cy="454393"/>
      </dsp:txXfrm>
    </dsp:sp>
    <dsp:sp modelId="{B70CC726-FA53-4E68-81F6-8C21622E356C}">
      <dsp:nvSpPr>
        <dsp:cNvPr id="0" name=""/>
        <dsp:cNvSpPr/>
      </dsp:nvSpPr>
      <dsp:spPr>
        <a:xfrm>
          <a:off x="9232812" y="1736700"/>
          <a:ext cx="603845" cy="603845"/>
        </a:xfrm>
        <a:prstGeom prst="downArrow">
          <a:avLst>
            <a:gd name="adj1" fmla="val 55000"/>
            <a:gd name="adj2" fmla="val 45000"/>
          </a:avLst>
        </a:prstGeom>
        <a:solidFill>
          <a:schemeClr val="accent2">
            <a:tint val="40000"/>
            <a:alpha val="90000"/>
            <a:hueOff val="543256"/>
            <a:satOff val="-1571"/>
            <a:lumOff val="-33"/>
            <a:alphaOff val="0"/>
          </a:schemeClr>
        </a:solidFill>
        <a:ln w="19050" cap="rnd" cmpd="sng" algn="ctr">
          <a:solidFill>
            <a:schemeClr val="accent2">
              <a:tint val="40000"/>
              <a:alpha val="90000"/>
              <a:hueOff val="543256"/>
              <a:satOff val="-1571"/>
              <a:lumOff val="-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9368677" y="1736700"/>
        <a:ext cx="332115" cy="454393"/>
      </dsp:txXfrm>
    </dsp:sp>
    <dsp:sp modelId="{D0F44BB6-B39D-416F-B047-FFD38E47CE18}">
      <dsp:nvSpPr>
        <dsp:cNvPr id="0" name=""/>
        <dsp:cNvSpPr/>
      </dsp:nvSpPr>
      <dsp:spPr>
        <a:xfrm>
          <a:off x="9916326" y="2779236"/>
          <a:ext cx="603845" cy="603845"/>
        </a:xfrm>
        <a:prstGeom prst="downArrow">
          <a:avLst>
            <a:gd name="adj1" fmla="val 55000"/>
            <a:gd name="adj2" fmla="val 45000"/>
          </a:avLst>
        </a:prstGeom>
        <a:solidFill>
          <a:schemeClr val="accent2">
            <a:tint val="40000"/>
            <a:alpha val="90000"/>
            <a:hueOff val="1086513"/>
            <a:satOff val="-3142"/>
            <a:lumOff val="-67"/>
            <a:alphaOff val="0"/>
          </a:schemeClr>
        </a:solidFill>
        <a:ln w="19050" cap="rnd" cmpd="sng" algn="ctr">
          <a:solidFill>
            <a:schemeClr val="accent2">
              <a:tint val="40000"/>
              <a:alpha val="90000"/>
              <a:hueOff val="1086513"/>
              <a:satOff val="-3142"/>
              <a:lumOff val="-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0052191" y="2779236"/>
        <a:ext cx="332115" cy="454393"/>
      </dsp:txXfrm>
    </dsp:sp>
    <dsp:sp modelId="{385FA82C-08E5-4394-AA4F-683311D17437}">
      <dsp:nvSpPr>
        <dsp:cNvPr id="0" name=""/>
        <dsp:cNvSpPr/>
      </dsp:nvSpPr>
      <dsp:spPr>
        <a:xfrm>
          <a:off x="10599840" y="3847577"/>
          <a:ext cx="603845" cy="603845"/>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0735705" y="3847577"/>
        <a:ext cx="332115" cy="45439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981CBD-A90B-41C6-9576-C0E970714144}">
      <dsp:nvSpPr>
        <dsp:cNvPr id="0" name=""/>
        <dsp:cNvSpPr/>
      </dsp:nvSpPr>
      <dsp:spPr>
        <a:xfrm>
          <a:off x="0" y="667841"/>
          <a:ext cx="2644974" cy="1679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4AC0FA-B2F2-467D-A0C1-8151BCDEA895}">
      <dsp:nvSpPr>
        <dsp:cNvPr id="0" name=""/>
        <dsp:cNvSpPr/>
      </dsp:nvSpPr>
      <dsp:spPr>
        <a:xfrm>
          <a:off x="293885" y="947033"/>
          <a:ext cx="2644974" cy="1679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The tuned Random Forest classifier exhibits the best performance for visa approval prediction.</a:t>
          </a:r>
        </a:p>
      </dsp:txBody>
      <dsp:txXfrm>
        <a:off x="343078" y="996226"/>
        <a:ext cx="2546588" cy="1581172"/>
      </dsp:txXfrm>
    </dsp:sp>
    <dsp:sp modelId="{0BCA65FF-43E1-4A1C-B473-A7B9B612B64B}">
      <dsp:nvSpPr>
        <dsp:cNvPr id="0" name=""/>
        <dsp:cNvSpPr/>
      </dsp:nvSpPr>
      <dsp:spPr>
        <a:xfrm>
          <a:off x="3232745" y="667841"/>
          <a:ext cx="2644974" cy="1679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9DBDC8-21F2-4C5D-ADD7-1DC61678909A}">
      <dsp:nvSpPr>
        <dsp:cNvPr id="0" name=""/>
        <dsp:cNvSpPr/>
      </dsp:nvSpPr>
      <dsp:spPr>
        <a:xfrm>
          <a:off x="3526631" y="947033"/>
          <a:ext cx="2644974" cy="1679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Since the Tuned Random Forest classifier gave the best and generalized performance on the test dataset,  we will use it as our final model.</a:t>
          </a:r>
        </a:p>
      </dsp:txBody>
      <dsp:txXfrm>
        <a:off x="3575824" y="996226"/>
        <a:ext cx="2546588" cy="1581172"/>
      </dsp:txXfrm>
    </dsp:sp>
    <dsp:sp modelId="{7AAD7A57-6A9C-4840-AAC8-54105FE8A9B3}">
      <dsp:nvSpPr>
        <dsp:cNvPr id="0" name=""/>
        <dsp:cNvSpPr/>
      </dsp:nvSpPr>
      <dsp:spPr>
        <a:xfrm>
          <a:off x="6465492" y="667841"/>
          <a:ext cx="2644974" cy="1679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846D4E-E645-4A93-B743-963907595778}">
      <dsp:nvSpPr>
        <dsp:cNvPr id="0" name=""/>
        <dsp:cNvSpPr/>
      </dsp:nvSpPr>
      <dsp:spPr>
        <a:xfrm>
          <a:off x="6759378" y="947033"/>
          <a:ext cx="2644974" cy="1679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The test set performance of the tuned Random Forest model is as follows:</a:t>
          </a:r>
        </a:p>
      </dsp:txBody>
      <dsp:txXfrm>
        <a:off x="6808571" y="996226"/>
        <a:ext cx="2546588" cy="15811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9EF1B3-867C-4601-B95D-A08666CB26D4}">
      <dsp:nvSpPr>
        <dsp:cNvPr id="0" name=""/>
        <dsp:cNvSpPr/>
      </dsp:nvSpPr>
      <dsp:spPr>
        <a:xfrm>
          <a:off x="0" y="427295"/>
          <a:ext cx="3570305" cy="2142182"/>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Education Level</a:t>
          </a:r>
          <a:r>
            <a:rPr lang="en-US" sz="1300" kern="1200"/>
            <a:t>: Applicants with at least a Bachelor's degree have a higher likelihood of visa approval. Advanced degrees such as Master's and Doctorates increase approval chances even further, especially in specific regions.</a:t>
          </a:r>
        </a:p>
      </dsp:txBody>
      <dsp:txXfrm>
        <a:off x="0" y="427295"/>
        <a:ext cx="3570305" cy="2142182"/>
      </dsp:txXfrm>
    </dsp:sp>
    <dsp:sp modelId="{B405D753-EB89-47FC-9635-B65EAD1989A2}">
      <dsp:nvSpPr>
        <dsp:cNvPr id="0" name=""/>
        <dsp:cNvSpPr/>
      </dsp:nvSpPr>
      <dsp:spPr>
        <a:xfrm>
          <a:off x="3927335" y="427295"/>
          <a:ext cx="3570305" cy="2142182"/>
        </a:xfrm>
        <a:prstGeom prst="rect">
          <a:avLst/>
        </a:prstGeom>
        <a:solidFill>
          <a:schemeClr val="accent2">
            <a:hueOff val="338703"/>
            <a:satOff val="-1658"/>
            <a:lumOff val="9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Job Experience</a:t>
          </a:r>
          <a:r>
            <a:rPr lang="en-US" sz="1300" kern="1200"/>
            <a:t>: Having job experience is a critical factor for visa certification. Applicants with no prior work experience are more likely to have their applications denied.</a:t>
          </a:r>
        </a:p>
      </dsp:txBody>
      <dsp:txXfrm>
        <a:off x="3927335" y="427295"/>
        <a:ext cx="3570305" cy="2142182"/>
      </dsp:txXfrm>
    </dsp:sp>
    <dsp:sp modelId="{CA13A88E-9B98-4367-BB5E-CF2363D663F6}">
      <dsp:nvSpPr>
        <dsp:cNvPr id="0" name=""/>
        <dsp:cNvSpPr/>
      </dsp:nvSpPr>
      <dsp:spPr>
        <a:xfrm>
          <a:off x="7854671" y="427295"/>
          <a:ext cx="3570305" cy="2142182"/>
        </a:xfrm>
        <a:prstGeom prst="rect">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Prevailing Wage</a:t>
          </a:r>
          <a:r>
            <a:rPr lang="en-US" sz="1300" kern="1200"/>
            <a:t>: The median prevailing wage for certified applicants is around $72,000, indicating that a higher wage corresponds to greater visa approval chances. In contrast, those with a prevailing wage of around $65,000 are more likely to face denial.</a:t>
          </a:r>
        </a:p>
      </dsp:txBody>
      <dsp:txXfrm>
        <a:off x="7854671" y="427295"/>
        <a:ext cx="3570305" cy="2142182"/>
      </dsp:txXfrm>
    </dsp:sp>
    <dsp:sp modelId="{42BE29A5-67A7-4EE6-8A8E-7701FAFF5CFD}">
      <dsp:nvSpPr>
        <dsp:cNvPr id="0" name=""/>
        <dsp:cNvSpPr/>
      </dsp:nvSpPr>
      <dsp:spPr>
        <a:xfrm>
          <a:off x="1963667" y="2926509"/>
          <a:ext cx="3570305" cy="2142182"/>
        </a:xfrm>
        <a:prstGeom prst="rect">
          <a:avLst/>
        </a:prstGeom>
        <a:solidFill>
          <a:schemeClr val="accent2">
            <a:hueOff val="1016110"/>
            <a:satOff val="-4974"/>
            <a:lumOff val="27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Unit of Wage</a:t>
          </a:r>
          <a:r>
            <a:rPr lang="en-US" sz="1300" kern="1200"/>
            <a:t>: Applications with a yearly wage unit have a higher chance of approval compared to those with hourly wages. Hourly wage applicants are more often associated with denied applications.</a:t>
          </a:r>
        </a:p>
      </dsp:txBody>
      <dsp:txXfrm>
        <a:off x="1963667" y="2926509"/>
        <a:ext cx="3570305" cy="2142182"/>
      </dsp:txXfrm>
    </dsp:sp>
    <dsp:sp modelId="{25C17F3E-B364-45D7-9009-AF1F6F3D02BD}">
      <dsp:nvSpPr>
        <dsp:cNvPr id="0" name=""/>
        <dsp:cNvSpPr/>
      </dsp:nvSpPr>
      <dsp:spPr>
        <a:xfrm>
          <a:off x="5891003" y="2926509"/>
          <a:ext cx="3570305" cy="2142182"/>
        </a:xfrm>
        <a:prstGeom prst="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a:t>Regional Employment Trends</a:t>
          </a:r>
          <a:r>
            <a:rPr lang="en-US" sz="1300" kern="1200"/>
            <a:t>: Visa approval rates vary by region. The Midwest shows higher approval rates, while educational requirements differ by region:</a:t>
          </a:r>
        </a:p>
        <a:p>
          <a:pPr marL="57150" lvl="1" indent="-57150" algn="l" defTabSz="444500">
            <a:lnSpc>
              <a:spcPct val="90000"/>
            </a:lnSpc>
            <a:spcBef>
              <a:spcPct val="0"/>
            </a:spcBef>
            <a:spcAft>
              <a:spcPct val="15000"/>
            </a:spcAft>
            <a:buChar char="•"/>
          </a:pPr>
          <a:r>
            <a:rPr lang="en-US" sz="1000" kern="1200"/>
            <a:t>High school diploma: More required in the South and Northeast.</a:t>
          </a:r>
        </a:p>
        <a:p>
          <a:pPr marL="57150" lvl="1" indent="-57150" algn="l" defTabSz="444500">
            <a:lnSpc>
              <a:spcPct val="90000"/>
            </a:lnSpc>
            <a:spcBef>
              <a:spcPct val="0"/>
            </a:spcBef>
            <a:spcAft>
              <a:spcPct val="15000"/>
            </a:spcAft>
            <a:buChar char="•"/>
          </a:pPr>
          <a:r>
            <a:rPr lang="en-US" sz="1000" kern="1200"/>
            <a:t>Bachelor's degree: Primarily sought in the South and West.</a:t>
          </a:r>
        </a:p>
        <a:p>
          <a:pPr marL="57150" lvl="1" indent="-57150" algn="l" defTabSz="444500">
            <a:lnSpc>
              <a:spcPct val="90000"/>
            </a:lnSpc>
            <a:spcBef>
              <a:spcPct val="0"/>
            </a:spcBef>
            <a:spcAft>
              <a:spcPct val="15000"/>
            </a:spcAft>
            <a:buChar char="•"/>
          </a:pPr>
          <a:r>
            <a:rPr lang="en-US" sz="1000" kern="1200"/>
            <a:t>Master's degree: Mostly required in the Northeast and South.</a:t>
          </a:r>
        </a:p>
        <a:p>
          <a:pPr marL="57150" lvl="1" indent="-57150" algn="l" defTabSz="444500">
            <a:lnSpc>
              <a:spcPct val="90000"/>
            </a:lnSpc>
            <a:spcBef>
              <a:spcPct val="0"/>
            </a:spcBef>
            <a:spcAft>
              <a:spcPct val="15000"/>
            </a:spcAft>
            <a:buChar char="•"/>
          </a:pPr>
          <a:r>
            <a:rPr lang="en-US" sz="1000" kern="1200"/>
            <a:t>Doctorates: Mainly in demand in the West and Northeast.</a:t>
          </a:r>
        </a:p>
      </dsp:txBody>
      <dsp:txXfrm>
        <a:off x="5891003" y="2926509"/>
        <a:ext cx="3570305" cy="214218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7A7BA-D806-41FC-8B28-977A0A16CC41}">
      <dsp:nvSpPr>
        <dsp:cNvPr id="0" name=""/>
        <dsp:cNvSpPr/>
      </dsp:nvSpPr>
      <dsp:spPr>
        <a:xfrm>
          <a:off x="0" y="354884"/>
          <a:ext cx="3685340" cy="2211204"/>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Target Higher Education Profiles</a:t>
          </a:r>
          <a:r>
            <a:rPr lang="en-US" sz="1400" kern="1200" dirty="0"/>
            <a:t>: Focus on applicants with at least a Bachelor's degree, and prioritize Master's or Doctorate holders, particularly for applications in regions like the Northeast and West where advanced degrees are in higher demand.</a:t>
          </a:r>
        </a:p>
      </dsp:txBody>
      <dsp:txXfrm>
        <a:off x="0" y="354884"/>
        <a:ext cx="3685340" cy="2211204"/>
      </dsp:txXfrm>
    </dsp:sp>
    <dsp:sp modelId="{C4769062-B4CA-4AF2-85DC-713D4E0B58F3}">
      <dsp:nvSpPr>
        <dsp:cNvPr id="0" name=""/>
        <dsp:cNvSpPr/>
      </dsp:nvSpPr>
      <dsp:spPr>
        <a:xfrm>
          <a:off x="4053875" y="354884"/>
          <a:ext cx="3685340" cy="2211204"/>
        </a:xfrm>
        <a:prstGeom prst="rect">
          <a:avLst/>
        </a:prstGeom>
        <a:solidFill>
          <a:schemeClr val="accent2">
            <a:hueOff val="338703"/>
            <a:satOff val="-1658"/>
            <a:lumOff val="9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Encourage Competitive Wage Offers</a:t>
          </a:r>
          <a:r>
            <a:rPr lang="en-US" sz="1400" kern="1200"/>
            <a:t>: Employers should aim to offer salaries at or above the median prevailing wage of $72,000 to enhance visa approval chances. Conducting market research to align wages with industry standards may also help improve certification rates. </a:t>
          </a:r>
        </a:p>
      </dsp:txBody>
      <dsp:txXfrm>
        <a:off x="4053875" y="354884"/>
        <a:ext cx="3685340" cy="2211204"/>
      </dsp:txXfrm>
    </dsp:sp>
    <dsp:sp modelId="{BB7DC585-0429-47C0-8859-920E55C9FCD3}">
      <dsp:nvSpPr>
        <dsp:cNvPr id="0" name=""/>
        <dsp:cNvSpPr/>
      </dsp:nvSpPr>
      <dsp:spPr>
        <a:xfrm>
          <a:off x="8107750" y="354884"/>
          <a:ext cx="3685340" cy="2211204"/>
        </a:xfrm>
        <a:prstGeom prst="rect">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Prioritize Yearly Wage Unit</a:t>
          </a:r>
          <a:r>
            <a:rPr lang="en-US" sz="1400" kern="1200"/>
            <a:t>: Companies should consider offering yearly wage packages rather than hourly wages to increase the likelihood of visa approval. A shift toward yearly wages aligns with successful applicant profiles.</a:t>
          </a:r>
        </a:p>
      </dsp:txBody>
      <dsp:txXfrm>
        <a:off x="8107750" y="354884"/>
        <a:ext cx="3685340" cy="2211204"/>
      </dsp:txXfrm>
    </dsp:sp>
    <dsp:sp modelId="{5B2157AF-EEBF-417B-AF1B-ECC6C8C56B66}">
      <dsp:nvSpPr>
        <dsp:cNvPr id="0" name=""/>
        <dsp:cNvSpPr/>
      </dsp:nvSpPr>
      <dsp:spPr>
        <a:xfrm>
          <a:off x="2026937" y="2934623"/>
          <a:ext cx="3685340" cy="2211204"/>
        </a:xfrm>
        <a:prstGeom prst="rect">
          <a:avLst/>
        </a:prstGeom>
        <a:solidFill>
          <a:schemeClr val="accent2">
            <a:hueOff val="1016110"/>
            <a:satOff val="-4974"/>
            <a:lumOff val="27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Leverage Regional Employment Needs</a:t>
          </a:r>
          <a:r>
            <a:rPr lang="en-US" sz="1400" kern="1200"/>
            <a:t>: Tailor applicant recruitment based on regional demand. For example, focus on high school graduates for Southern regions and Master's degree holders for the Northeast. This targeted approach could improve visa success rates by addressing specific regional talent shortages.</a:t>
          </a:r>
        </a:p>
      </dsp:txBody>
      <dsp:txXfrm>
        <a:off x="2026937" y="2934623"/>
        <a:ext cx="3685340" cy="2211204"/>
      </dsp:txXfrm>
    </dsp:sp>
    <dsp:sp modelId="{7E1C8067-424B-4B3F-825E-83BB0F298474}">
      <dsp:nvSpPr>
        <dsp:cNvPr id="0" name=""/>
        <dsp:cNvSpPr/>
      </dsp:nvSpPr>
      <dsp:spPr>
        <a:xfrm>
          <a:off x="6080812" y="2934623"/>
          <a:ext cx="3685340" cy="2211204"/>
        </a:xfrm>
        <a:prstGeom prst="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Gather More Detailed Applicant Information</a:t>
          </a:r>
          <a:r>
            <a:rPr lang="en-US" sz="1400" kern="1200" dirty="0"/>
            <a:t>: Employers should collect and analyze additional details about candidates, such as their field of specialization and years of experience. This data can provide deeper insights and help in making better hiring decisions, leading to higher chances of visa approval.</a:t>
          </a:r>
        </a:p>
      </dsp:txBody>
      <dsp:txXfrm>
        <a:off x="6080812" y="2934623"/>
        <a:ext cx="3685340" cy="2211204"/>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447448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93302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16444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0DFCCE-F06D-4645-A914-148003E6D2B1}"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21525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0DFCCE-F06D-4645-A914-148003E6D2B1}"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504948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804585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68130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468997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0DFCCE-F06D-4645-A914-148003E6D2B1}"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317822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0DFCCE-F06D-4645-A914-148003E6D2B1}"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16904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94928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01204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200530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3037373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2717661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1007110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DFCCE-F06D-4645-A914-148003E6D2B1}"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4A5A07-261D-4EB4-AB0B-0A40A69D21CF}" type="slidenum">
              <a:rPr lang="en-US" smtClean="0"/>
              <a:t>‹#›</a:t>
            </a:fld>
            <a:endParaRPr lang="en-US"/>
          </a:p>
        </p:txBody>
      </p:sp>
    </p:spTree>
    <p:extLst>
      <p:ext uri="{BB962C8B-B14F-4D97-AF65-F5344CB8AC3E}">
        <p14:creationId xmlns:p14="http://schemas.microsoft.com/office/powerpoint/2010/main" val="764865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D0DFCCE-F06D-4645-A914-148003E6D2B1}" type="datetimeFigureOut">
              <a:rPr lang="en-US" smtClean="0"/>
              <a:t>3/12/2026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34A5A07-261D-4EB4-AB0B-0A40A69D21CF}" type="slidenum">
              <a:rPr lang="en-US" smtClean="0"/>
              <a:t>‹#›</a:t>
            </a:fld>
            <a:endParaRPr lang="en-US"/>
          </a:p>
        </p:txBody>
      </p:sp>
    </p:spTree>
    <p:extLst>
      <p:ext uri="{BB962C8B-B14F-4D97-AF65-F5344CB8AC3E}">
        <p14:creationId xmlns:p14="http://schemas.microsoft.com/office/powerpoint/2010/main" val="17787638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1.xml"/><Relationship Id="rId5" Type="http://schemas.openxmlformats.org/officeDocument/2006/relationships/image" Target="../media/image4.png"/><Relationship Id="rId10" Type="http://schemas.openxmlformats.org/officeDocument/2006/relationships/diagramLayout" Target="../diagrams/layout1.xml"/><Relationship Id="rId4" Type="http://schemas.openxmlformats.org/officeDocument/2006/relationships/image" Target="../media/image3.png"/><Relationship Id="rId9"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2.xml"/><Relationship Id="rId5" Type="http://schemas.openxmlformats.org/officeDocument/2006/relationships/image" Target="../media/image4.png"/><Relationship Id="rId10" Type="http://schemas.openxmlformats.org/officeDocument/2006/relationships/diagramLayout" Target="../diagrams/layout2.xml"/><Relationship Id="rId4" Type="http://schemas.openxmlformats.org/officeDocument/2006/relationships/image" Target="../media/image3.png"/><Relationship Id="rId9"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3.xml"/><Relationship Id="rId5" Type="http://schemas.openxmlformats.org/officeDocument/2006/relationships/image" Target="../media/image4.png"/><Relationship Id="rId10" Type="http://schemas.openxmlformats.org/officeDocument/2006/relationships/diagramLayout" Target="../diagrams/layout3.xml"/><Relationship Id="rId4" Type="http://schemas.openxmlformats.org/officeDocument/2006/relationships/image" Target="../media/image3.png"/><Relationship Id="rId9"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4.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4.xml"/><Relationship Id="rId5" Type="http://schemas.openxmlformats.org/officeDocument/2006/relationships/image" Target="../media/image4.png"/><Relationship Id="rId10" Type="http://schemas.openxmlformats.org/officeDocument/2006/relationships/diagramLayout" Target="../diagrams/layout4.xml"/><Relationship Id="rId4" Type="http://schemas.openxmlformats.org/officeDocument/2006/relationships/image" Target="../media/image3.png"/><Relationship Id="rId9"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5.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5.xml"/><Relationship Id="rId5" Type="http://schemas.openxmlformats.org/officeDocument/2006/relationships/image" Target="../media/image4.png"/><Relationship Id="rId10" Type="http://schemas.openxmlformats.org/officeDocument/2006/relationships/diagramLayout" Target="../diagrams/layout5.xml"/><Relationship Id="rId4" Type="http://schemas.openxmlformats.org/officeDocument/2006/relationships/image" Target="../media/image3.png"/><Relationship Id="rId9"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image" Target="../media/image9.png"/><Relationship Id="rId7" Type="http://schemas.openxmlformats.org/officeDocument/2006/relationships/diagramData" Target="../diagrams/data6.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image" Target="../media/image12.png"/><Relationship Id="rId11" Type="http://schemas.microsoft.com/office/2007/relationships/diagramDrawing" Target="../diagrams/drawing6.xml"/><Relationship Id="rId5" Type="http://schemas.openxmlformats.org/officeDocument/2006/relationships/image" Target="../media/image11.png"/><Relationship Id="rId10" Type="http://schemas.openxmlformats.org/officeDocument/2006/relationships/diagramColors" Target="../diagrams/colors6.xml"/><Relationship Id="rId4" Type="http://schemas.openxmlformats.org/officeDocument/2006/relationships/image" Target="../media/image10.png"/><Relationship Id="rId9"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9.png"/><Relationship Id="rId7" Type="http://schemas.openxmlformats.org/officeDocument/2006/relationships/diagramQuickStyle" Target="../diagrams/quickStyle7.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17.png"/><Relationship Id="rId9" Type="http://schemas.microsoft.com/office/2007/relationships/diagramDrawing" Target="../diagrams/drawing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9.png"/><Relationship Id="rId7" Type="http://schemas.openxmlformats.org/officeDocument/2006/relationships/diagramColors" Target="../diagrams/colors8.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9.png"/><Relationship Id="rId7" Type="http://schemas.openxmlformats.org/officeDocument/2006/relationships/diagramQuickStyle" Target="../diagrams/quickStyle9.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21.png"/><Relationship Id="rId9" Type="http://schemas.microsoft.com/office/2007/relationships/diagramDrawing" Target="../diagrams/drawing9.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9.png"/><Relationship Id="rId7" Type="http://schemas.openxmlformats.org/officeDocument/2006/relationships/diagramQuickStyle" Target="../diagrams/quickStyle10.xml"/><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22.png"/><Relationship Id="rId9" Type="http://schemas.microsoft.com/office/2007/relationships/diagramDrawing" Target="../diagrams/drawing10.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image" Target="../media/image2.png"/><Relationship Id="rId7" Type="http://schemas.openxmlformats.org/officeDocument/2006/relationships/image" Target="../media/image9.png"/><Relationship Id="rId12" Type="http://schemas.microsoft.com/office/2007/relationships/diagramDrawing" Target="../diagrams/drawing1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Colors" Target="../diagrams/colors11.xml"/><Relationship Id="rId5" Type="http://schemas.openxmlformats.org/officeDocument/2006/relationships/image" Target="../media/image4.png"/><Relationship Id="rId10" Type="http://schemas.openxmlformats.org/officeDocument/2006/relationships/diagramQuickStyle" Target="../diagrams/quickStyle11.xml"/><Relationship Id="rId4" Type="http://schemas.openxmlformats.org/officeDocument/2006/relationships/image" Target="../media/image3.png"/><Relationship Id="rId9" Type="http://schemas.openxmlformats.org/officeDocument/2006/relationships/diagramLayout" Target="../diagrams/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1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12.xml"/><Relationship Id="rId5" Type="http://schemas.openxmlformats.org/officeDocument/2006/relationships/image" Target="../media/image4.png"/><Relationship Id="rId10" Type="http://schemas.openxmlformats.org/officeDocument/2006/relationships/diagramLayout" Target="../diagrams/layout12.xml"/><Relationship Id="rId4" Type="http://schemas.openxmlformats.org/officeDocument/2006/relationships/image" Target="../media/image3.png"/><Relationship Id="rId9" Type="http://schemas.openxmlformats.org/officeDocument/2006/relationships/diagramData" Target="../diagrams/data12.xml"/><Relationship Id="rId1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1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13.xml"/><Relationship Id="rId5" Type="http://schemas.openxmlformats.org/officeDocument/2006/relationships/image" Target="../media/image4.png"/><Relationship Id="rId10" Type="http://schemas.openxmlformats.org/officeDocument/2006/relationships/diagramLayout" Target="../diagrams/layout13.xml"/><Relationship Id="rId4" Type="http://schemas.openxmlformats.org/officeDocument/2006/relationships/image" Target="../media/image3.png"/><Relationship Id="rId9" Type="http://schemas.openxmlformats.org/officeDocument/2006/relationships/diagramData" Target="../diagrams/data13.xml"/></Relationships>
</file>

<file path=ppt/slides/_rels/slide26.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image" Target="../media/image7.jpg"/><Relationship Id="rId12" Type="http://schemas.openxmlformats.org/officeDocument/2006/relationships/diagramColors" Target="../diagrams/colors14.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diagramQuickStyle" Target="../diagrams/quickStyle14.xml"/><Relationship Id="rId5" Type="http://schemas.openxmlformats.org/officeDocument/2006/relationships/image" Target="../media/image4.png"/><Relationship Id="rId10" Type="http://schemas.openxmlformats.org/officeDocument/2006/relationships/diagramLayout" Target="../diagrams/layout14.xml"/><Relationship Id="rId4" Type="http://schemas.openxmlformats.org/officeDocument/2006/relationships/image" Target="../media/image3.png"/><Relationship Id="rId9" Type="http://schemas.openxmlformats.org/officeDocument/2006/relationships/diagramData" Target="../diagrams/data14.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7" name="Rectangle 16">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0F6BF1C-84A4-788A-3C16-FF2EC3FEA222}"/>
              </a:ext>
            </a:extLst>
          </p:cNvPr>
          <p:cNvSpPr txBox="1"/>
          <p:nvPr/>
        </p:nvSpPr>
        <p:spPr>
          <a:xfrm>
            <a:off x="8000837" y="1325880"/>
            <a:ext cx="3925692" cy="333461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dirty="0">
                <a:solidFill>
                  <a:srgbClr val="EBEBEB"/>
                </a:solidFill>
                <a:latin typeface="+mj-lt"/>
                <a:ea typeface="+mj-ea"/>
                <a:cs typeface="+mj-cs"/>
              </a:rPr>
              <a:t>Visa Application Approval </a:t>
            </a:r>
          </a:p>
          <a:p>
            <a:pPr>
              <a:lnSpc>
                <a:spcPct val="90000"/>
              </a:lnSpc>
              <a:spcBef>
                <a:spcPct val="0"/>
              </a:spcBef>
              <a:spcAft>
                <a:spcPts val="600"/>
              </a:spcAft>
            </a:pPr>
            <a:r>
              <a:rPr lang="en-US" sz="3200" b="1" dirty="0">
                <a:solidFill>
                  <a:srgbClr val="EBEBEB"/>
                </a:solidFill>
                <a:latin typeface="+mj-lt"/>
                <a:ea typeface="+mj-ea"/>
                <a:cs typeface="+mj-cs"/>
              </a:rPr>
              <a:t>Prediction (</a:t>
            </a:r>
            <a:r>
              <a:rPr lang="en-US" sz="3200" b="1" dirty="0" err="1">
                <a:solidFill>
                  <a:srgbClr val="EBEBEB"/>
                </a:solidFill>
                <a:latin typeface="+mj-lt"/>
                <a:ea typeface="+mj-ea"/>
                <a:cs typeface="+mj-cs"/>
              </a:rPr>
              <a:t>EasyVisa</a:t>
            </a:r>
            <a:r>
              <a:rPr lang="en-US" sz="3200" b="1" dirty="0">
                <a:solidFill>
                  <a:srgbClr val="EBEBEB"/>
                </a:solidFill>
                <a:latin typeface="+mj-lt"/>
                <a:ea typeface="+mj-ea"/>
                <a:cs typeface="+mj-cs"/>
              </a:rPr>
              <a:t>)</a:t>
            </a:r>
          </a:p>
          <a:p>
            <a:pPr>
              <a:lnSpc>
                <a:spcPct val="90000"/>
              </a:lnSpc>
              <a:spcBef>
                <a:spcPct val="0"/>
              </a:spcBef>
              <a:spcAft>
                <a:spcPts val="600"/>
              </a:spcAft>
            </a:pPr>
            <a:endParaRPr lang="en-US" sz="2600" dirty="0">
              <a:solidFill>
                <a:srgbClr val="EBEBEB"/>
              </a:solidFill>
              <a:latin typeface="+mj-lt"/>
              <a:ea typeface="+mj-ea"/>
              <a:cs typeface="+mj-cs"/>
            </a:endParaRPr>
          </a:p>
          <a:p>
            <a:pPr>
              <a:lnSpc>
                <a:spcPct val="90000"/>
              </a:lnSpc>
              <a:spcBef>
                <a:spcPct val="0"/>
              </a:spcBef>
              <a:spcAft>
                <a:spcPts val="600"/>
              </a:spcAft>
            </a:pPr>
            <a:r>
              <a:rPr lang="en-US" sz="2600" dirty="0">
                <a:solidFill>
                  <a:srgbClr val="EBEBEB"/>
                </a:solidFill>
                <a:latin typeface="+mj-lt"/>
                <a:ea typeface="+mj-ea"/>
                <a:cs typeface="+mj-cs"/>
              </a:rPr>
              <a:t>Ensemble Techniques </a:t>
            </a:r>
          </a:p>
          <a:p>
            <a:pPr>
              <a:lnSpc>
                <a:spcPct val="90000"/>
              </a:lnSpc>
              <a:spcBef>
                <a:spcPct val="0"/>
              </a:spcBef>
              <a:spcAft>
                <a:spcPts val="600"/>
              </a:spcAft>
            </a:pPr>
            <a:r>
              <a:rPr lang="en-US" sz="2600" dirty="0">
                <a:solidFill>
                  <a:srgbClr val="EBEBEB"/>
                </a:solidFill>
                <a:latin typeface="+mj-lt"/>
                <a:ea typeface="+mj-ea"/>
                <a:cs typeface="+mj-cs"/>
              </a:rPr>
              <a:t>and Model Tuning</a:t>
            </a:r>
          </a:p>
        </p:txBody>
      </p:sp>
      <p:sp>
        <p:nvSpPr>
          <p:cNvPr id="4" name="TextBox 3">
            <a:extLst>
              <a:ext uri="{FF2B5EF4-FFF2-40B4-BE49-F238E27FC236}">
                <a16:creationId xmlns:a16="http://schemas.microsoft.com/office/drawing/2014/main" id="{D8B5451F-2C38-052F-239F-EEB229E55909}"/>
              </a:ext>
            </a:extLst>
          </p:cNvPr>
          <p:cNvSpPr txBox="1"/>
          <p:nvPr/>
        </p:nvSpPr>
        <p:spPr>
          <a:xfrm>
            <a:off x="8190389" y="5310195"/>
            <a:ext cx="3736140" cy="593271"/>
          </a:xfrm>
          <a:prstGeom prst="rect">
            <a:avLst/>
          </a:prstGeom>
        </p:spPr>
        <p:txBody>
          <a:bodyPr vert="horz" lIns="91440" tIns="45720" rIns="91440" bIns="45720" rtlCol="0" anchor="t">
            <a:noAutofit/>
          </a:bodyPr>
          <a:lstStyle/>
          <a:p>
            <a:pPr>
              <a:spcBef>
                <a:spcPts val="1000"/>
              </a:spcBef>
              <a:buClr>
                <a:schemeClr val="bg2">
                  <a:lumMod val="40000"/>
                  <a:lumOff val="60000"/>
                </a:schemeClr>
              </a:buClr>
              <a:buSzPct val="80000"/>
            </a:pPr>
            <a:r>
              <a:rPr lang="en-US" sz="2400" i="1" cap="all" dirty="0">
                <a:solidFill>
                  <a:srgbClr val="FF0000"/>
                </a:solidFill>
                <a:latin typeface="Kermit Extrabold Expanded" panose="020F0503040000060003" pitchFamily="34" charset="0"/>
                <a:ea typeface="+mj-ea"/>
                <a:cs typeface="+mj-cs"/>
              </a:rPr>
              <a:t>Joseph Anyanwu</a:t>
            </a:r>
          </a:p>
        </p:txBody>
      </p:sp>
      <p:sp>
        <p:nvSpPr>
          <p:cNvPr id="26"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Picture 6">
            <a:extLst>
              <a:ext uri="{FF2B5EF4-FFF2-40B4-BE49-F238E27FC236}">
                <a16:creationId xmlns:a16="http://schemas.microsoft.com/office/drawing/2014/main" id="{372E4F3D-3C24-1406-5544-965F9169466E}"/>
              </a:ext>
            </a:extLst>
          </p:cNvPr>
          <p:cNvPicPr>
            <a:picLocks noChangeAspect="1"/>
          </p:cNvPicPr>
          <p:nvPr/>
        </p:nvPicPr>
        <p:blipFill>
          <a:blip r:embed="rId7"/>
          <a:srcRect l="17740" r="11541"/>
          <a:stretch>
            <a:fillRect/>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2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11AB2D4B-BC41-2E1A-BAA7-D9EDEE6BE063}"/>
              </a:ext>
            </a:extLst>
          </p:cNvPr>
          <p:cNvPicPr>
            <a:picLocks noChangeAspect="1"/>
          </p:cNvPicPr>
          <p:nvPr/>
        </p:nvPicPr>
        <p:blipFill>
          <a:blip r:embed="rId8">
            <a:alphaModFix amt="50000"/>
            <a:extLst>
              <a:ext uri="{28A0092B-C50C-407E-A947-70E740481C1C}">
                <a14:useLocalDpi xmlns:a14="http://schemas.microsoft.com/office/drawing/2010/main" val="0"/>
              </a:ext>
            </a:extLst>
          </a:blip>
          <a:stretch>
            <a:fillRect/>
          </a:stretch>
        </p:blipFill>
        <p:spPr>
          <a:xfrm>
            <a:off x="0" y="0"/>
            <a:ext cx="1624482" cy="723637"/>
          </a:xfrm>
          <a:prstGeom prst="rect">
            <a:avLst/>
          </a:prstGeom>
        </p:spPr>
      </p:pic>
      <p:pic>
        <p:nvPicPr>
          <p:cNvPr id="6" name="Picture 5">
            <a:extLst>
              <a:ext uri="{FF2B5EF4-FFF2-40B4-BE49-F238E27FC236}">
                <a16:creationId xmlns:a16="http://schemas.microsoft.com/office/drawing/2014/main" id="{8B759D58-88DC-B336-0A02-B897447E53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19" name="Picture 18">
            <a:extLst>
              <a:ext uri="{FF2B5EF4-FFF2-40B4-BE49-F238E27FC236}">
                <a16:creationId xmlns:a16="http://schemas.microsoft.com/office/drawing/2014/main" id="{E77DD2E0-8851-6FD4-617F-98CB7742C85E}"/>
              </a:ext>
            </a:extLst>
          </p:cNvPr>
          <p:cNvPicPr>
            <a:picLocks noChangeAspect="1"/>
          </p:cNvPicPr>
          <p:nvPr/>
        </p:nvPicPr>
        <p:blipFill>
          <a:blip r:embed="rId9">
            <a:alphaModFix/>
          </a:blip>
          <a:stretch>
            <a:fillRect/>
          </a:stretch>
        </p:blipFill>
        <p:spPr>
          <a:xfrm>
            <a:off x="0" y="6519260"/>
            <a:ext cx="2084440" cy="357934"/>
          </a:xfrm>
          <a:prstGeom prst="rect">
            <a:avLst/>
          </a:prstGeom>
        </p:spPr>
      </p:pic>
    </p:spTree>
    <p:extLst>
      <p:ext uri="{BB962C8B-B14F-4D97-AF65-F5344CB8AC3E}">
        <p14:creationId xmlns:p14="http://schemas.microsoft.com/office/powerpoint/2010/main" val="578172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F3142037-080F-B326-F5D8-66EE2F3373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7C9B2EA0-6C10-F87F-C06A-48C15D2FEAFE}"/>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6" name="TextBox 2">
            <a:extLst>
              <a:ext uri="{FF2B5EF4-FFF2-40B4-BE49-F238E27FC236}">
                <a16:creationId xmlns:a16="http://schemas.microsoft.com/office/drawing/2014/main" id="{ACDCA892-EC37-3E39-56BE-A371FD3E60E8}"/>
              </a:ext>
            </a:extLst>
          </p:cNvPr>
          <p:cNvGraphicFramePr/>
          <p:nvPr>
            <p:extLst>
              <p:ext uri="{D42A27DB-BD31-4B8C-83A1-F6EECF244321}">
                <p14:modId xmlns:p14="http://schemas.microsoft.com/office/powerpoint/2010/main" val="3995902235"/>
              </p:ext>
            </p:extLst>
          </p:nvPr>
        </p:nvGraphicFramePr>
        <p:xfrm>
          <a:off x="646111" y="1517301"/>
          <a:ext cx="10175964" cy="476676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TextBox 4">
            <a:extLst>
              <a:ext uri="{FF2B5EF4-FFF2-40B4-BE49-F238E27FC236}">
                <a16:creationId xmlns:a16="http://schemas.microsoft.com/office/drawing/2014/main" id="{CD9D4BA1-DBFA-FB9C-24AD-704FAE26376F}"/>
              </a:ext>
            </a:extLst>
          </p:cNvPr>
          <p:cNvSpPr txBox="1"/>
          <p:nvPr/>
        </p:nvSpPr>
        <p:spPr>
          <a:xfrm>
            <a:off x="2686931" y="5975"/>
            <a:ext cx="6094324" cy="584775"/>
          </a:xfrm>
          <a:prstGeom prst="rect">
            <a:avLst/>
          </a:prstGeom>
          <a:noFill/>
        </p:spPr>
        <p:txBody>
          <a:bodyPr wrap="square">
            <a:spAutoFit/>
          </a:bodyPr>
          <a:lstStyle/>
          <a:p>
            <a:pPr algn="ctr"/>
            <a:r>
              <a:rPr lang="en-US" sz="3200" b="1" dirty="0">
                <a:latin typeface="+mj-lt"/>
              </a:rPr>
              <a:t>Contents / Agenda</a:t>
            </a:r>
          </a:p>
        </p:txBody>
      </p:sp>
    </p:spTree>
    <p:extLst>
      <p:ext uri="{BB962C8B-B14F-4D97-AF65-F5344CB8AC3E}">
        <p14:creationId xmlns:p14="http://schemas.microsoft.com/office/powerpoint/2010/main" val="421772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8" name="Picture 27">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0" name="Oval 29">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2" name="Picture 31">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4" name="Picture 33">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8CCBE25B-C632-FE9F-A13E-B2E6673D836E}"/>
              </a:ext>
            </a:extLst>
          </p:cNvPr>
          <p:cNvSpPr txBox="1"/>
          <p:nvPr/>
        </p:nvSpPr>
        <p:spPr>
          <a:xfrm>
            <a:off x="880776" y="46814"/>
            <a:ext cx="9404723" cy="511924"/>
          </a:xfrm>
          <a:prstGeom prst="rect">
            <a:avLst/>
          </a:prstGeom>
        </p:spPr>
        <p:txBody>
          <a:bodyPr vert="horz" lIns="91440" tIns="45720" rIns="91440" bIns="45720" rtlCol="0" anchor="t">
            <a:noAutofit/>
          </a:bodyPr>
          <a:lstStyle/>
          <a:p>
            <a:pPr algn="ctr">
              <a:spcBef>
                <a:spcPct val="0"/>
              </a:spcBef>
              <a:spcAft>
                <a:spcPts val="600"/>
              </a:spcAft>
            </a:pPr>
            <a:r>
              <a:rPr lang="en-US" sz="3200" b="1" dirty="0">
                <a:solidFill>
                  <a:schemeClr val="tx2"/>
                </a:solidFill>
                <a:latin typeface="+mj-lt"/>
                <a:ea typeface="+mj-ea"/>
                <a:cs typeface="+mj-cs"/>
              </a:rPr>
              <a:t>Executive Summary </a:t>
            </a:r>
          </a:p>
        </p:txBody>
      </p:sp>
      <p:pic>
        <p:nvPicPr>
          <p:cNvPr id="2" name="Picture 1">
            <a:extLst>
              <a:ext uri="{FF2B5EF4-FFF2-40B4-BE49-F238E27FC236}">
                <a16:creationId xmlns:a16="http://schemas.microsoft.com/office/drawing/2014/main" id="{ABE12BAA-51F5-5E4F-18AD-0DBD67F01F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B58857BF-8B5B-5B84-EE9B-8CE8CB63D9C6}"/>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7" name="TextBox 4">
            <a:extLst>
              <a:ext uri="{FF2B5EF4-FFF2-40B4-BE49-F238E27FC236}">
                <a16:creationId xmlns:a16="http://schemas.microsoft.com/office/drawing/2014/main" id="{2C80511F-7187-FADA-218F-0F9335E67B2E}"/>
              </a:ext>
            </a:extLst>
          </p:cNvPr>
          <p:cNvGraphicFramePr/>
          <p:nvPr>
            <p:extLst>
              <p:ext uri="{D42A27DB-BD31-4B8C-83A1-F6EECF244321}">
                <p14:modId xmlns:p14="http://schemas.microsoft.com/office/powerpoint/2010/main" val="2372421568"/>
              </p:ext>
            </p:extLst>
          </p:nvPr>
        </p:nvGraphicFramePr>
        <p:xfrm>
          <a:off x="398206" y="806246"/>
          <a:ext cx="11395587" cy="57518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156888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494B4EB7-E7F0-ECF2-F204-2CEC997C91A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0" name="Oval 9">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29">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3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3D9C1443-6933-EB73-97BB-EF8241935D00}"/>
              </a:ext>
            </a:extLst>
          </p:cNvPr>
          <p:cNvSpPr txBox="1"/>
          <p:nvPr/>
        </p:nvSpPr>
        <p:spPr>
          <a:xfrm>
            <a:off x="880776" y="35316"/>
            <a:ext cx="9404723" cy="520827"/>
          </a:xfrm>
          <a:prstGeom prst="rect">
            <a:avLst/>
          </a:prstGeom>
        </p:spPr>
        <p:txBody>
          <a:bodyPr vert="horz" lIns="91440" tIns="45720" rIns="91440" bIns="45720" rtlCol="0" anchor="t">
            <a:normAutofit fontScale="92500" lnSpcReduction="10000"/>
          </a:bodyPr>
          <a:lstStyle/>
          <a:p>
            <a:pPr algn="ctr">
              <a:spcBef>
                <a:spcPct val="0"/>
              </a:spcBef>
              <a:spcAft>
                <a:spcPts val="600"/>
              </a:spcAft>
            </a:pPr>
            <a:r>
              <a:rPr lang="en-US" sz="3200" b="1" dirty="0">
                <a:solidFill>
                  <a:schemeClr val="tx2"/>
                </a:solidFill>
                <a:latin typeface="+mj-lt"/>
                <a:ea typeface="+mj-ea"/>
                <a:cs typeface="+mj-cs"/>
              </a:rPr>
              <a:t>Executive Summary </a:t>
            </a:r>
          </a:p>
        </p:txBody>
      </p:sp>
      <p:pic>
        <p:nvPicPr>
          <p:cNvPr id="2" name="Picture 1">
            <a:extLst>
              <a:ext uri="{FF2B5EF4-FFF2-40B4-BE49-F238E27FC236}">
                <a16:creationId xmlns:a16="http://schemas.microsoft.com/office/drawing/2014/main" id="{2F85DA57-DD70-9D76-72E1-A8B4D0D6C9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EA715998-37C1-D4E2-29D6-B2DDB93ECC8A}"/>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32" name="TextBox 4">
            <a:extLst>
              <a:ext uri="{FF2B5EF4-FFF2-40B4-BE49-F238E27FC236}">
                <a16:creationId xmlns:a16="http://schemas.microsoft.com/office/drawing/2014/main" id="{B6B08533-360B-E0E8-62F4-AC53DFD39900}"/>
              </a:ext>
            </a:extLst>
          </p:cNvPr>
          <p:cNvGraphicFramePr/>
          <p:nvPr>
            <p:extLst>
              <p:ext uri="{D42A27DB-BD31-4B8C-83A1-F6EECF244321}">
                <p14:modId xmlns:p14="http://schemas.microsoft.com/office/powerpoint/2010/main" val="3991056041"/>
              </p:ext>
            </p:extLst>
          </p:nvPr>
        </p:nvGraphicFramePr>
        <p:xfrm>
          <a:off x="314632" y="776748"/>
          <a:ext cx="11641394" cy="586064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886972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B80CDA9-779B-AAF0-49FB-41578F7CB78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8C5993F-4FC7-94E4-08D0-B04F0BFE33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C5A2084A-74F6-B9E3-9A3C-68CAA48CF1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0" name="Oval 9">
            <a:extLst>
              <a:ext uri="{FF2B5EF4-FFF2-40B4-BE49-F238E27FC236}">
                <a16:creationId xmlns:a16="http://schemas.microsoft.com/office/drawing/2014/main" id="{53710E60-69EB-D628-8CBE-04D845E425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1AAB5ED0-3741-0649-E6EE-27177124C4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29">
            <a:extLst>
              <a:ext uri="{FF2B5EF4-FFF2-40B4-BE49-F238E27FC236}">
                <a16:creationId xmlns:a16="http://schemas.microsoft.com/office/drawing/2014/main" id="{335F58F7-E90E-8FA0-A6E7-5CA3553CFA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30">
            <a:extLst>
              <a:ext uri="{FF2B5EF4-FFF2-40B4-BE49-F238E27FC236}">
                <a16:creationId xmlns:a16="http://schemas.microsoft.com/office/drawing/2014/main" id="{68FC2F81-463D-ACA3-362C-9DFA47EE6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FA25361C-E166-B6C4-EE9D-36163EFA0846}"/>
              </a:ext>
            </a:extLst>
          </p:cNvPr>
          <p:cNvSpPr txBox="1"/>
          <p:nvPr/>
        </p:nvSpPr>
        <p:spPr>
          <a:xfrm>
            <a:off x="880776" y="35316"/>
            <a:ext cx="9404723" cy="520827"/>
          </a:xfrm>
          <a:prstGeom prst="rect">
            <a:avLst/>
          </a:prstGeom>
        </p:spPr>
        <p:txBody>
          <a:bodyPr vert="horz" lIns="91440" tIns="45720" rIns="91440" bIns="45720" rtlCol="0" anchor="t">
            <a:normAutofit fontScale="92500" lnSpcReduction="10000"/>
          </a:bodyPr>
          <a:lstStyle/>
          <a:p>
            <a:pPr algn="ctr">
              <a:spcBef>
                <a:spcPct val="0"/>
              </a:spcBef>
              <a:spcAft>
                <a:spcPts val="600"/>
              </a:spcAft>
            </a:pPr>
            <a:r>
              <a:rPr lang="en-US" sz="3200" b="1" dirty="0">
                <a:solidFill>
                  <a:schemeClr val="tx2"/>
                </a:solidFill>
                <a:latin typeface="+mj-lt"/>
                <a:ea typeface="+mj-ea"/>
                <a:cs typeface="+mj-cs"/>
              </a:rPr>
              <a:t>Executive Summary </a:t>
            </a:r>
          </a:p>
        </p:txBody>
      </p:sp>
      <p:pic>
        <p:nvPicPr>
          <p:cNvPr id="2" name="Picture 1">
            <a:extLst>
              <a:ext uri="{FF2B5EF4-FFF2-40B4-BE49-F238E27FC236}">
                <a16:creationId xmlns:a16="http://schemas.microsoft.com/office/drawing/2014/main" id="{5E4183C5-78FA-E572-DD49-36F93A93E7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D4DF2637-48F3-313E-7F91-A8922A3A340A}"/>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32" name="TextBox 4">
            <a:extLst>
              <a:ext uri="{FF2B5EF4-FFF2-40B4-BE49-F238E27FC236}">
                <a16:creationId xmlns:a16="http://schemas.microsoft.com/office/drawing/2014/main" id="{86F7DD4E-3BCA-25BD-30EC-A2FA500D6D5C}"/>
              </a:ext>
            </a:extLst>
          </p:cNvPr>
          <p:cNvGraphicFramePr/>
          <p:nvPr>
            <p:extLst>
              <p:ext uri="{D42A27DB-BD31-4B8C-83A1-F6EECF244321}">
                <p14:modId xmlns:p14="http://schemas.microsoft.com/office/powerpoint/2010/main" val="3681916987"/>
              </p:ext>
            </p:extLst>
          </p:nvPr>
        </p:nvGraphicFramePr>
        <p:xfrm>
          <a:off x="314632" y="776748"/>
          <a:ext cx="11641394" cy="586064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300626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2" name="Picture 41">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3" name="Oval 42">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5" name="Picture 44">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6" name="Rectangle 45">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3E0B8E65-65EE-FF60-D89B-7C6C0A8FE1B4}"/>
              </a:ext>
            </a:extLst>
          </p:cNvPr>
          <p:cNvSpPr txBox="1"/>
          <p:nvPr/>
        </p:nvSpPr>
        <p:spPr>
          <a:xfrm>
            <a:off x="613989" y="35317"/>
            <a:ext cx="10308569" cy="689858"/>
          </a:xfrm>
          <a:prstGeom prst="rect">
            <a:avLst/>
          </a:prstGeom>
        </p:spPr>
        <p:txBody>
          <a:bodyPr vert="horz" lIns="91440" tIns="45720" rIns="91440" bIns="45720" rtlCol="0" anchor="t">
            <a:noAutofit/>
          </a:bodyPr>
          <a:lstStyle/>
          <a:p>
            <a:pPr>
              <a:spcBef>
                <a:spcPct val="0"/>
              </a:spcBef>
              <a:spcAft>
                <a:spcPts val="600"/>
              </a:spcAft>
            </a:pPr>
            <a:r>
              <a:rPr lang="en-US" sz="3200" b="1" dirty="0">
                <a:solidFill>
                  <a:schemeClr val="tx2"/>
                </a:solidFill>
                <a:latin typeface="+mj-lt"/>
                <a:ea typeface="+mj-ea"/>
                <a:cs typeface="+mj-cs"/>
              </a:rPr>
              <a:t>Business Problem Overview and Solution Approach</a:t>
            </a:r>
          </a:p>
        </p:txBody>
      </p:sp>
      <p:pic>
        <p:nvPicPr>
          <p:cNvPr id="2" name="Picture 1">
            <a:extLst>
              <a:ext uri="{FF2B5EF4-FFF2-40B4-BE49-F238E27FC236}">
                <a16:creationId xmlns:a16="http://schemas.microsoft.com/office/drawing/2014/main" id="{9B95A2F4-20AA-8E13-D98B-D5A0DC3DAB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47FB40FB-AFFA-0FBB-3FCF-E10B88AA79D2}"/>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25" name="TextBox 4">
            <a:extLst>
              <a:ext uri="{FF2B5EF4-FFF2-40B4-BE49-F238E27FC236}">
                <a16:creationId xmlns:a16="http://schemas.microsoft.com/office/drawing/2014/main" id="{19342BC8-53E8-255E-0FFB-7D80ABE80F10}"/>
              </a:ext>
            </a:extLst>
          </p:cNvPr>
          <p:cNvGraphicFramePr/>
          <p:nvPr>
            <p:extLst>
              <p:ext uri="{D42A27DB-BD31-4B8C-83A1-F6EECF244321}">
                <p14:modId xmlns:p14="http://schemas.microsoft.com/office/powerpoint/2010/main" val="1965832916"/>
              </p:ext>
            </p:extLst>
          </p:nvPr>
        </p:nvGraphicFramePr>
        <p:xfrm>
          <a:off x="301451" y="984738"/>
          <a:ext cx="11666135" cy="56526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635728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D088-E37C-D4A8-83F9-2731EB7484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C3129D-DBC1-D597-345C-844ECDD63893}"/>
              </a:ext>
            </a:extLst>
          </p:cNvPr>
          <p:cNvSpPr txBox="1"/>
          <p:nvPr/>
        </p:nvSpPr>
        <p:spPr>
          <a:xfrm>
            <a:off x="1300958" y="35316"/>
            <a:ext cx="8436077" cy="584775"/>
          </a:xfrm>
          <a:prstGeom prst="rect">
            <a:avLst/>
          </a:prstGeom>
          <a:noFill/>
        </p:spPr>
        <p:txBody>
          <a:bodyPr wrap="square">
            <a:spAutoFit/>
          </a:bodyPr>
          <a:lstStyle/>
          <a:p>
            <a:pPr algn="ctr"/>
            <a:r>
              <a:rPr lang="en-US" sz="3200" b="1" dirty="0">
                <a:latin typeface="+mj-lt"/>
              </a:rPr>
              <a:t>Exploratory Data Analysis Results </a:t>
            </a:r>
          </a:p>
        </p:txBody>
      </p:sp>
      <p:pic>
        <p:nvPicPr>
          <p:cNvPr id="4" name="Picture 3">
            <a:extLst>
              <a:ext uri="{FF2B5EF4-FFF2-40B4-BE49-F238E27FC236}">
                <a16:creationId xmlns:a16="http://schemas.microsoft.com/office/drawing/2014/main" id="{A3F4B66B-8EFB-B8EB-11FD-D9E65ABBF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6" name="Picture 5">
            <a:extLst>
              <a:ext uri="{FF2B5EF4-FFF2-40B4-BE49-F238E27FC236}">
                <a16:creationId xmlns:a16="http://schemas.microsoft.com/office/drawing/2014/main" id="{575C1B8C-E06E-909F-C768-10484E72A7CF}"/>
              </a:ext>
            </a:extLst>
          </p:cNvPr>
          <p:cNvPicPr>
            <a:picLocks noChangeAspect="1"/>
          </p:cNvPicPr>
          <p:nvPr/>
        </p:nvPicPr>
        <p:blipFill>
          <a:blip r:embed="rId3"/>
          <a:stretch>
            <a:fillRect/>
          </a:stretch>
        </p:blipFill>
        <p:spPr>
          <a:xfrm>
            <a:off x="50240" y="6672711"/>
            <a:ext cx="1250718" cy="149973"/>
          </a:xfrm>
          <a:prstGeom prst="rect">
            <a:avLst/>
          </a:prstGeom>
        </p:spPr>
      </p:pic>
      <p:sp>
        <p:nvSpPr>
          <p:cNvPr id="12" name="TextBox 11">
            <a:extLst>
              <a:ext uri="{FF2B5EF4-FFF2-40B4-BE49-F238E27FC236}">
                <a16:creationId xmlns:a16="http://schemas.microsoft.com/office/drawing/2014/main" id="{11652E4C-E1BF-D57D-6BE9-CE2141DE8DB2}"/>
              </a:ext>
            </a:extLst>
          </p:cNvPr>
          <p:cNvSpPr txBox="1"/>
          <p:nvPr/>
        </p:nvSpPr>
        <p:spPr>
          <a:xfrm>
            <a:off x="0" y="4506429"/>
            <a:ext cx="3500284" cy="1277273"/>
          </a:xfrm>
          <a:prstGeom prst="rect">
            <a:avLst/>
          </a:prstGeom>
          <a:solidFill>
            <a:schemeClr val="accent4"/>
          </a:solidFill>
          <a:ln>
            <a:solidFill>
              <a:schemeClr val="tx1"/>
            </a:solidFill>
          </a:ln>
        </p:spPr>
        <p:txBody>
          <a:bodyPr wrap="square">
            <a:spAutoFit/>
          </a:bodyPr>
          <a:lstStyle/>
          <a:p>
            <a:pPr marL="285750" indent="-285750">
              <a:spcBef>
                <a:spcPts val="600"/>
              </a:spcBef>
              <a:buFont typeface="Wingdings" panose="05000000000000000000" pitchFamily="2" charset="2"/>
              <a:buChar char="Ø"/>
            </a:pPr>
            <a:r>
              <a:rPr lang="en-US" dirty="0"/>
              <a:t>66.8% of the visas were certified </a:t>
            </a:r>
          </a:p>
          <a:p>
            <a:pPr marL="285750" indent="-285750">
              <a:spcBef>
                <a:spcPts val="600"/>
              </a:spcBef>
              <a:buFont typeface="Wingdings" panose="05000000000000000000" pitchFamily="2" charset="2"/>
              <a:buChar char="Ø"/>
            </a:pPr>
            <a:r>
              <a:rPr lang="en-US" dirty="0"/>
              <a:t>58.1% of the applicants have job experience.</a:t>
            </a:r>
          </a:p>
        </p:txBody>
      </p:sp>
      <p:pic>
        <p:nvPicPr>
          <p:cNvPr id="7" name="Picture 6">
            <a:extLst>
              <a:ext uri="{FF2B5EF4-FFF2-40B4-BE49-F238E27FC236}">
                <a16:creationId xmlns:a16="http://schemas.microsoft.com/office/drawing/2014/main" id="{90A787DD-545D-5EFF-9576-BE3DCD51E407}"/>
              </a:ext>
            </a:extLst>
          </p:cNvPr>
          <p:cNvPicPr>
            <a:picLocks noChangeAspect="1"/>
          </p:cNvPicPr>
          <p:nvPr/>
        </p:nvPicPr>
        <p:blipFill>
          <a:blip r:embed="rId4"/>
          <a:stretch>
            <a:fillRect/>
          </a:stretch>
        </p:blipFill>
        <p:spPr>
          <a:xfrm>
            <a:off x="50240" y="1132866"/>
            <a:ext cx="2165067" cy="3042341"/>
          </a:xfrm>
          <a:prstGeom prst="rect">
            <a:avLst/>
          </a:prstGeom>
        </p:spPr>
      </p:pic>
      <p:pic>
        <p:nvPicPr>
          <p:cNvPr id="11" name="Picture 10">
            <a:extLst>
              <a:ext uri="{FF2B5EF4-FFF2-40B4-BE49-F238E27FC236}">
                <a16:creationId xmlns:a16="http://schemas.microsoft.com/office/drawing/2014/main" id="{9BB547F9-9B06-88A5-64F2-3505C428479C}"/>
              </a:ext>
            </a:extLst>
          </p:cNvPr>
          <p:cNvPicPr>
            <a:picLocks noChangeAspect="1"/>
          </p:cNvPicPr>
          <p:nvPr/>
        </p:nvPicPr>
        <p:blipFill>
          <a:blip r:embed="rId5"/>
          <a:stretch>
            <a:fillRect/>
          </a:stretch>
        </p:blipFill>
        <p:spPr>
          <a:xfrm>
            <a:off x="2397155" y="1132867"/>
            <a:ext cx="2320430" cy="3042341"/>
          </a:xfrm>
          <a:prstGeom prst="rect">
            <a:avLst/>
          </a:prstGeom>
        </p:spPr>
      </p:pic>
      <p:pic>
        <p:nvPicPr>
          <p:cNvPr id="18" name="Picture 17">
            <a:extLst>
              <a:ext uri="{FF2B5EF4-FFF2-40B4-BE49-F238E27FC236}">
                <a16:creationId xmlns:a16="http://schemas.microsoft.com/office/drawing/2014/main" id="{722E9AA4-9C22-7D67-24B0-4775FB24C086}"/>
              </a:ext>
            </a:extLst>
          </p:cNvPr>
          <p:cNvPicPr>
            <a:picLocks noChangeAspect="1"/>
          </p:cNvPicPr>
          <p:nvPr/>
        </p:nvPicPr>
        <p:blipFill>
          <a:blip r:embed="rId6"/>
          <a:stretch>
            <a:fillRect/>
          </a:stretch>
        </p:blipFill>
        <p:spPr>
          <a:xfrm>
            <a:off x="6489290" y="1132867"/>
            <a:ext cx="5515431" cy="3375824"/>
          </a:xfrm>
          <a:prstGeom prst="rect">
            <a:avLst/>
          </a:prstGeom>
        </p:spPr>
      </p:pic>
      <p:graphicFrame>
        <p:nvGraphicFramePr>
          <p:cNvPr id="24" name="TextBox 4">
            <a:extLst>
              <a:ext uri="{FF2B5EF4-FFF2-40B4-BE49-F238E27FC236}">
                <a16:creationId xmlns:a16="http://schemas.microsoft.com/office/drawing/2014/main" id="{03C68A3C-321D-5DAB-7714-87CE0205B5F1}"/>
              </a:ext>
            </a:extLst>
          </p:cNvPr>
          <p:cNvGraphicFramePr/>
          <p:nvPr>
            <p:extLst>
              <p:ext uri="{D42A27DB-BD31-4B8C-83A1-F6EECF244321}">
                <p14:modId xmlns:p14="http://schemas.microsoft.com/office/powerpoint/2010/main" val="2035751736"/>
              </p:ext>
            </p:extLst>
          </p:nvPr>
        </p:nvGraphicFramePr>
        <p:xfrm>
          <a:off x="3755922" y="4837525"/>
          <a:ext cx="8436078" cy="198515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64869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201A02-4A48-C2CF-6A8E-2BD6322E8B40}"/>
              </a:ext>
            </a:extLst>
          </p:cNvPr>
          <p:cNvSpPr txBox="1"/>
          <p:nvPr/>
        </p:nvSpPr>
        <p:spPr>
          <a:xfrm>
            <a:off x="1160207" y="66628"/>
            <a:ext cx="9547122" cy="584775"/>
          </a:xfrm>
          <a:prstGeom prst="rect">
            <a:avLst/>
          </a:prstGeom>
          <a:noFill/>
        </p:spPr>
        <p:txBody>
          <a:bodyPr wrap="square">
            <a:spAutoFit/>
          </a:bodyPr>
          <a:lstStyle/>
          <a:p>
            <a:pPr algn="ctr"/>
            <a:r>
              <a:rPr lang="en-US" sz="3200" b="1" dirty="0">
                <a:latin typeface="+mj-lt"/>
              </a:rPr>
              <a:t>EDA Results – Education &amp; Employment Region </a:t>
            </a:r>
          </a:p>
        </p:txBody>
      </p:sp>
      <p:sp>
        <p:nvSpPr>
          <p:cNvPr id="5" name="TextBox 4">
            <a:extLst>
              <a:ext uri="{FF2B5EF4-FFF2-40B4-BE49-F238E27FC236}">
                <a16:creationId xmlns:a16="http://schemas.microsoft.com/office/drawing/2014/main" id="{3091AC6C-E28E-F888-E059-E22E556EE121}"/>
              </a:ext>
            </a:extLst>
          </p:cNvPr>
          <p:cNvSpPr txBox="1"/>
          <p:nvPr/>
        </p:nvSpPr>
        <p:spPr>
          <a:xfrm>
            <a:off x="50240" y="4773281"/>
            <a:ext cx="5148322" cy="1554272"/>
          </a:xfrm>
          <a:prstGeom prst="rect">
            <a:avLst/>
          </a:prstGeom>
          <a:solidFill>
            <a:schemeClr val="accent3"/>
          </a:solidFill>
          <a:ln>
            <a:solidFill>
              <a:schemeClr val="tx1"/>
            </a:solidFill>
          </a:ln>
        </p:spPr>
        <p:txBody>
          <a:bodyPr wrap="square">
            <a:spAutoFit/>
          </a:bodyPr>
          <a:lstStyle/>
          <a:p>
            <a:pPr marL="285750" indent="-285750">
              <a:spcBef>
                <a:spcPts val="600"/>
              </a:spcBef>
              <a:buFont typeface="Wingdings" panose="05000000000000000000" pitchFamily="2" charset="2"/>
              <a:buChar char="Ø"/>
            </a:pPr>
            <a:r>
              <a:rPr lang="en-US" dirty="0"/>
              <a:t>40.2% of the applicants have a bachelor's degree, followed by 37.8% having a master's degree.</a:t>
            </a:r>
          </a:p>
          <a:p>
            <a:pPr marL="285750" indent="-285750">
              <a:spcBef>
                <a:spcPts val="600"/>
              </a:spcBef>
              <a:buFont typeface="Wingdings" panose="05000000000000000000" pitchFamily="2" charset="2"/>
              <a:buChar char="Ø"/>
            </a:pPr>
            <a:r>
              <a:rPr lang="en-US" dirty="0"/>
              <a:t> 8.6% of the applicants have a doctorate degree.</a:t>
            </a:r>
          </a:p>
        </p:txBody>
      </p:sp>
      <p:pic>
        <p:nvPicPr>
          <p:cNvPr id="4" name="Picture 3">
            <a:extLst>
              <a:ext uri="{FF2B5EF4-FFF2-40B4-BE49-F238E27FC236}">
                <a16:creationId xmlns:a16="http://schemas.microsoft.com/office/drawing/2014/main" id="{23E29DEC-32C0-C6B9-C75A-62E1409D7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6" name="Picture 5">
            <a:extLst>
              <a:ext uri="{FF2B5EF4-FFF2-40B4-BE49-F238E27FC236}">
                <a16:creationId xmlns:a16="http://schemas.microsoft.com/office/drawing/2014/main" id="{D69E1026-5B08-CD5E-79DB-6AE0868373F2}"/>
              </a:ext>
            </a:extLst>
          </p:cNvPr>
          <p:cNvPicPr>
            <a:picLocks noChangeAspect="1"/>
          </p:cNvPicPr>
          <p:nvPr/>
        </p:nvPicPr>
        <p:blipFill>
          <a:blip r:embed="rId3"/>
          <a:stretch>
            <a:fillRect/>
          </a:stretch>
        </p:blipFill>
        <p:spPr>
          <a:xfrm>
            <a:off x="50240" y="6672711"/>
            <a:ext cx="1250718" cy="149973"/>
          </a:xfrm>
          <a:prstGeom prst="rect">
            <a:avLst/>
          </a:prstGeom>
        </p:spPr>
      </p:pic>
      <p:sp>
        <p:nvSpPr>
          <p:cNvPr id="12" name="TextBox 11">
            <a:extLst>
              <a:ext uri="{FF2B5EF4-FFF2-40B4-BE49-F238E27FC236}">
                <a16:creationId xmlns:a16="http://schemas.microsoft.com/office/drawing/2014/main" id="{2632264F-8F9F-ADC5-CB1B-99F3F724F220}"/>
              </a:ext>
            </a:extLst>
          </p:cNvPr>
          <p:cNvSpPr txBox="1"/>
          <p:nvPr/>
        </p:nvSpPr>
        <p:spPr>
          <a:xfrm>
            <a:off x="6841279" y="4773281"/>
            <a:ext cx="5148322" cy="1277273"/>
          </a:xfrm>
          <a:prstGeom prst="rect">
            <a:avLst/>
          </a:prstGeom>
          <a:solidFill>
            <a:schemeClr val="accent1"/>
          </a:solidFill>
          <a:ln>
            <a:solidFill>
              <a:schemeClr val="tx1"/>
            </a:solidFill>
          </a:ln>
        </p:spPr>
        <p:txBody>
          <a:bodyPr wrap="square">
            <a:spAutoFit/>
          </a:bodyPr>
          <a:lstStyle/>
          <a:p>
            <a:pPr marL="285750" indent="-285750">
              <a:spcBef>
                <a:spcPts val="600"/>
              </a:spcBef>
              <a:buFont typeface="Wingdings" panose="05000000000000000000" pitchFamily="2" charset="2"/>
              <a:buChar char="Ø"/>
            </a:pPr>
            <a:r>
              <a:rPr lang="en-US" dirty="0"/>
              <a:t>Northeast, South, and West have almost equal percentages of applicants.</a:t>
            </a:r>
          </a:p>
          <a:p>
            <a:pPr marL="285750" indent="-285750">
              <a:spcBef>
                <a:spcPts val="600"/>
              </a:spcBef>
              <a:buFont typeface="Wingdings" panose="05000000000000000000" pitchFamily="2" charset="2"/>
              <a:buChar char="Ø"/>
            </a:pPr>
            <a:r>
              <a:rPr lang="en-US" dirty="0"/>
              <a:t>The Island regions have only 1.5% of the applicants.</a:t>
            </a:r>
          </a:p>
        </p:txBody>
      </p:sp>
      <p:pic>
        <p:nvPicPr>
          <p:cNvPr id="2" name="Picture 1">
            <a:extLst>
              <a:ext uri="{FF2B5EF4-FFF2-40B4-BE49-F238E27FC236}">
                <a16:creationId xmlns:a16="http://schemas.microsoft.com/office/drawing/2014/main" id="{E44FF28A-CDD4-380E-72C4-12174EDDA9B7}"/>
              </a:ext>
            </a:extLst>
          </p:cNvPr>
          <p:cNvPicPr>
            <a:picLocks noChangeAspect="1"/>
          </p:cNvPicPr>
          <p:nvPr/>
        </p:nvPicPr>
        <p:blipFill>
          <a:blip r:embed="rId4"/>
          <a:stretch>
            <a:fillRect/>
          </a:stretch>
        </p:blipFill>
        <p:spPr>
          <a:xfrm>
            <a:off x="843976" y="996561"/>
            <a:ext cx="3089565" cy="3431562"/>
          </a:xfrm>
          <a:prstGeom prst="rect">
            <a:avLst/>
          </a:prstGeom>
        </p:spPr>
      </p:pic>
      <p:pic>
        <p:nvPicPr>
          <p:cNvPr id="7" name="Picture 6">
            <a:extLst>
              <a:ext uri="{FF2B5EF4-FFF2-40B4-BE49-F238E27FC236}">
                <a16:creationId xmlns:a16="http://schemas.microsoft.com/office/drawing/2014/main" id="{7E9A71BE-B11F-C261-E4A5-758C0F6E9D78}"/>
              </a:ext>
            </a:extLst>
          </p:cNvPr>
          <p:cNvPicPr>
            <a:picLocks noChangeAspect="1"/>
          </p:cNvPicPr>
          <p:nvPr/>
        </p:nvPicPr>
        <p:blipFill>
          <a:blip r:embed="rId5"/>
          <a:stretch>
            <a:fillRect/>
          </a:stretch>
        </p:blipFill>
        <p:spPr>
          <a:xfrm>
            <a:off x="8001433" y="996561"/>
            <a:ext cx="3425676" cy="3431562"/>
          </a:xfrm>
          <a:prstGeom prst="rect">
            <a:avLst/>
          </a:prstGeom>
        </p:spPr>
      </p:pic>
    </p:spTree>
    <p:extLst>
      <p:ext uri="{BB962C8B-B14F-4D97-AF65-F5344CB8AC3E}">
        <p14:creationId xmlns:p14="http://schemas.microsoft.com/office/powerpoint/2010/main" val="3453941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5566-D65F-2F73-69CF-680E50DDA9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02ABC0-5439-F48F-AAED-ABDDFC018E33}"/>
              </a:ext>
            </a:extLst>
          </p:cNvPr>
          <p:cNvSpPr txBox="1"/>
          <p:nvPr/>
        </p:nvSpPr>
        <p:spPr>
          <a:xfrm>
            <a:off x="1300958" y="69281"/>
            <a:ext cx="9478296" cy="584775"/>
          </a:xfrm>
          <a:prstGeom prst="rect">
            <a:avLst/>
          </a:prstGeom>
          <a:noFill/>
        </p:spPr>
        <p:txBody>
          <a:bodyPr wrap="square">
            <a:spAutoFit/>
          </a:bodyPr>
          <a:lstStyle/>
          <a:p>
            <a:pPr algn="ctr"/>
            <a:r>
              <a:rPr lang="en-US" sz="3200" b="1" dirty="0">
                <a:latin typeface="+mj-lt"/>
              </a:rPr>
              <a:t>EDA Results – Job Experience &amp; Unit of Wage</a:t>
            </a:r>
          </a:p>
        </p:txBody>
      </p:sp>
      <p:sp>
        <p:nvSpPr>
          <p:cNvPr id="5" name="TextBox 4">
            <a:extLst>
              <a:ext uri="{FF2B5EF4-FFF2-40B4-BE49-F238E27FC236}">
                <a16:creationId xmlns:a16="http://schemas.microsoft.com/office/drawing/2014/main" id="{FE293761-91B7-2774-61A0-0121B2A02FC4}"/>
              </a:ext>
            </a:extLst>
          </p:cNvPr>
          <p:cNvSpPr txBox="1"/>
          <p:nvPr/>
        </p:nvSpPr>
        <p:spPr>
          <a:xfrm>
            <a:off x="95731" y="4149535"/>
            <a:ext cx="5299586" cy="2385268"/>
          </a:xfrm>
          <a:prstGeom prst="rect">
            <a:avLst/>
          </a:prstGeom>
          <a:solidFill>
            <a:schemeClr val="accent1"/>
          </a:solidFill>
          <a:ln>
            <a:solidFill>
              <a:schemeClr val="tx1"/>
            </a:solidFill>
          </a:ln>
        </p:spPr>
        <p:txBody>
          <a:bodyPr wrap="square">
            <a:spAutoFit/>
          </a:bodyPr>
          <a:lstStyle/>
          <a:p>
            <a:pPr marL="285750" indent="-285750">
              <a:spcBef>
                <a:spcPts val="300"/>
              </a:spcBef>
              <a:buFont typeface="Wingdings" panose="05000000000000000000" pitchFamily="2" charset="2"/>
              <a:buChar char="Ø"/>
            </a:pPr>
            <a:r>
              <a:rPr lang="en-US" sz="1600" dirty="0"/>
              <a:t> The unit of prevailing wage is an important factor for differentiating between a certified and a denied visa application. ● If the unit of prevailing wage is Yearly, there's a high chance of the application getting certified.</a:t>
            </a:r>
          </a:p>
          <a:p>
            <a:pPr marL="285750" indent="-285750">
              <a:spcBef>
                <a:spcPts val="600"/>
              </a:spcBef>
              <a:buFont typeface="Wingdings" panose="05000000000000000000" pitchFamily="2" charset="2"/>
              <a:buChar char="Ø"/>
            </a:pPr>
            <a:r>
              <a:rPr lang="en-US" sz="1600" dirty="0"/>
              <a:t>Around 75% of the applications were certified for applicants who have a yearly wage unit. While only 35% of the applications were certified for applicants who have an hourly wage.</a:t>
            </a:r>
          </a:p>
        </p:txBody>
      </p:sp>
      <p:sp>
        <p:nvSpPr>
          <p:cNvPr id="6" name="TextBox 5">
            <a:extLst>
              <a:ext uri="{FF2B5EF4-FFF2-40B4-BE49-F238E27FC236}">
                <a16:creationId xmlns:a16="http://schemas.microsoft.com/office/drawing/2014/main" id="{AD816447-3E8E-5779-FAD8-24B58E273947}"/>
              </a:ext>
            </a:extLst>
          </p:cNvPr>
          <p:cNvSpPr txBox="1"/>
          <p:nvPr/>
        </p:nvSpPr>
        <p:spPr>
          <a:xfrm>
            <a:off x="6521380" y="4159206"/>
            <a:ext cx="5574889" cy="2462213"/>
          </a:xfrm>
          <a:prstGeom prst="rect">
            <a:avLst/>
          </a:prstGeom>
          <a:solidFill>
            <a:schemeClr val="accent3"/>
          </a:solidFill>
          <a:ln>
            <a:solidFill>
              <a:schemeClr val="tx1"/>
            </a:solidFill>
          </a:ln>
        </p:spPr>
        <p:txBody>
          <a:bodyPr wrap="square">
            <a:spAutoFit/>
          </a:bodyPr>
          <a:lstStyle/>
          <a:p>
            <a:pPr marL="285750" indent="-285750">
              <a:spcBef>
                <a:spcPts val="300"/>
              </a:spcBef>
              <a:buFont typeface="Wingdings" panose="05000000000000000000" pitchFamily="2" charset="2"/>
              <a:buChar char="Ø"/>
            </a:pPr>
            <a:r>
              <a:rPr lang="en-US" sz="1600" dirty="0"/>
              <a:t>Having job experience seems to be a key differentiator between visa applications getting certified or denied.</a:t>
            </a:r>
          </a:p>
          <a:p>
            <a:pPr marL="285750" indent="-285750">
              <a:spcBef>
                <a:spcPts val="600"/>
              </a:spcBef>
              <a:buFont typeface="Wingdings" panose="05000000000000000000" pitchFamily="2" charset="2"/>
              <a:buChar char="Ø"/>
            </a:pPr>
            <a:r>
              <a:rPr lang="en-US" sz="1600" dirty="0"/>
              <a:t>Around 80% of the applications were certified for the applicants who have some job experience, as compared to the applicants who do not have any job experience.</a:t>
            </a:r>
          </a:p>
          <a:p>
            <a:pPr marL="285750" indent="-285750">
              <a:spcBef>
                <a:spcPts val="600"/>
              </a:spcBef>
              <a:buFont typeface="Wingdings" panose="05000000000000000000" pitchFamily="2" charset="2"/>
              <a:buChar char="Ø"/>
            </a:pPr>
            <a:r>
              <a:rPr lang="en-US" sz="1600" dirty="0"/>
              <a:t>Applicants without job experience saw only 60% of their visa applications getting certified.</a:t>
            </a:r>
          </a:p>
        </p:txBody>
      </p:sp>
      <p:pic>
        <p:nvPicPr>
          <p:cNvPr id="2" name="Picture 1">
            <a:extLst>
              <a:ext uri="{FF2B5EF4-FFF2-40B4-BE49-F238E27FC236}">
                <a16:creationId xmlns:a16="http://schemas.microsoft.com/office/drawing/2014/main" id="{895D4C68-A01B-6FD6-C229-4F6A3E51F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7" name="Picture 6">
            <a:extLst>
              <a:ext uri="{FF2B5EF4-FFF2-40B4-BE49-F238E27FC236}">
                <a16:creationId xmlns:a16="http://schemas.microsoft.com/office/drawing/2014/main" id="{46B358B5-6E10-F939-4E9C-7599894A7702}"/>
              </a:ext>
            </a:extLst>
          </p:cNvPr>
          <p:cNvPicPr>
            <a:picLocks noChangeAspect="1"/>
          </p:cNvPicPr>
          <p:nvPr/>
        </p:nvPicPr>
        <p:blipFill>
          <a:blip r:embed="rId3"/>
          <a:stretch>
            <a:fillRect/>
          </a:stretch>
        </p:blipFill>
        <p:spPr>
          <a:xfrm>
            <a:off x="50240" y="6672711"/>
            <a:ext cx="1250718" cy="149973"/>
          </a:xfrm>
          <a:prstGeom prst="rect">
            <a:avLst/>
          </a:prstGeom>
        </p:spPr>
      </p:pic>
      <p:pic>
        <p:nvPicPr>
          <p:cNvPr id="9" name="Picture 8">
            <a:extLst>
              <a:ext uri="{FF2B5EF4-FFF2-40B4-BE49-F238E27FC236}">
                <a16:creationId xmlns:a16="http://schemas.microsoft.com/office/drawing/2014/main" id="{D0A7CDCC-7165-E175-636E-E4DAC890B629}"/>
              </a:ext>
            </a:extLst>
          </p:cNvPr>
          <p:cNvPicPr>
            <a:picLocks noChangeAspect="1"/>
          </p:cNvPicPr>
          <p:nvPr/>
        </p:nvPicPr>
        <p:blipFill>
          <a:blip r:embed="rId4"/>
          <a:stretch>
            <a:fillRect/>
          </a:stretch>
        </p:blipFill>
        <p:spPr>
          <a:xfrm>
            <a:off x="137651" y="918699"/>
            <a:ext cx="5011154" cy="2905327"/>
          </a:xfrm>
          <a:prstGeom prst="rect">
            <a:avLst/>
          </a:prstGeom>
        </p:spPr>
      </p:pic>
      <p:pic>
        <p:nvPicPr>
          <p:cNvPr id="11" name="Picture 10">
            <a:extLst>
              <a:ext uri="{FF2B5EF4-FFF2-40B4-BE49-F238E27FC236}">
                <a16:creationId xmlns:a16="http://schemas.microsoft.com/office/drawing/2014/main" id="{BC6D6D9E-AC82-3B4A-91E0-D24491D34B4C}"/>
              </a:ext>
            </a:extLst>
          </p:cNvPr>
          <p:cNvPicPr>
            <a:picLocks noChangeAspect="1"/>
          </p:cNvPicPr>
          <p:nvPr/>
        </p:nvPicPr>
        <p:blipFill>
          <a:blip r:embed="rId5"/>
          <a:stretch>
            <a:fillRect/>
          </a:stretch>
        </p:blipFill>
        <p:spPr>
          <a:xfrm>
            <a:off x="6794089" y="904732"/>
            <a:ext cx="4714419" cy="2933259"/>
          </a:xfrm>
          <a:prstGeom prst="rect">
            <a:avLst/>
          </a:prstGeom>
        </p:spPr>
      </p:pic>
    </p:spTree>
    <p:extLst>
      <p:ext uri="{BB962C8B-B14F-4D97-AF65-F5344CB8AC3E}">
        <p14:creationId xmlns:p14="http://schemas.microsoft.com/office/powerpoint/2010/main" val="1419856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BACA-70C9-B40C-78E0-D85BCB0374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541B01-5670-5974-7E6B-1CE2DF9A5E61}"/>
              </a:ext>
            </a:extLst>
          </p:cNvPr>
          <p:cNvSpPr txBox="1"/>
          <p:nvPr/>
        </p:nvSpPr>
        <p:spPr>
          <a:xfrm>
            <a:off x="442236" y="35316"/>
            <a:ext cx="10670808" cy="584775"/>
          </a:xfrm>
          <a:prstGeom prst="rect">
            <a:avLst/>
          </a:prstGeom>
          <a:noFill/>
        </p:spPr>
        <p:txBody>
          <a:bodyPr wrap="square">
            <a:spAutoFit/>
          </a:bodyPr>
          <a:lstStyle/>
          <a:p>
            <a:pPr algn="ctr"/>
            <a:r>
              <a:rPr lang="en-US" sz="3200" b="1" dirty="0">
                <a:latin typeface="+mj-lt"/>
              </a:rPr>
              <a:t>Time spent on the old vs. the new Landing page</a:t>
            </a:r>
          </a:p>
        </p:txBody>
      </p:sp>
      <p:pic>
        <p:nvPicPr>
          <p:cNvPr id="2" name="Picture 1">
            <a:extLst>
              <a:ext uri="{FF2B5EF4-FFF2-40B4-BE49-F238E27FC236}">
                <a16:creationId xmlns:a16="http://schemas.microsoft.com/office/drawing/2014/main" id="{69CE6F90-D2C6-9E8E-BE1D-FE7D38DD8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6" name="Picture 5">
            <a:extLst>
              <a:ext uri="{FF2B5EF4-FFF2-40B4-BE49-F238E27FC236}">
                <a16:creationId xmlns:a16="http://schemas.microsoft.com/office/drawing/2014/main" id="{FD387B15-0729-81E1-01BD-94130D4A25E4}"/>
              </a:ext>
            </a:extLst>
          </p:cNvPr>
          <p:cNvPicPr>
            <a:picLocks noChangeAspect="1"/>
          </p:cNvPicPr>
          <p:nvPr/>
        </p:nvPicPr>
        <p:blipFill>
          <a:blip r:embed="rId3"/>
          <a:stretch>
            <a:fillRect/>
          </a:stretch>
        </p:blipFill>
        <p:spPr>
          <a:xfrm>
            <a:off x="50240" y="6672711"/>
            <a:ext cx="1250718" cy="149973"/>
          </a:xfrm>
          <a:prstGeom prst="rect">
            <a:avLst/>
          </a:prstGeom>
        </p:spPr>
      </p:pic>
      <p:pic>
        <p:nvPicPr>
          <p:cNvPr id="8" name="Picture 7">
            <a:extLst>
              <a:ext uri="{FF2B5EF4-FFF2-40B4-BE49-F238E27FC236}">
                <a16:creationId xmlns:a16="http://schemas.microsoft.com/office/drawing/2014/main" id="{793FFF1D-0079-81BD-9A17-EE1C290C22C5}"/>
              </a:ext>
            </a:extLst>
          </p:cNvPr>
          <p:cNvPicPr>
            <a:picLocks noChangeAspect="1"/>
          </p:cNvPicPr>
          <p:nvPr/>
        </p:nvPicPr>
        <p:blipFill>
          <a:blip r:embed="rId4"/>
          <a:stretch>
            <a:fillRect/>
          </a:stretch>
        </p:blipFill>
        <p:spPr>
          <a:xfrm>
            <a:off x="6464824" y="1211388"/>
            <a:ext cx="5665833" cy="3340947"/>
          </a:xfrm>
          <a:prstGeom prst="rect">
            <a:avLst/>
          </a:prstGeom>
        </p:spPr>
      </p:pic>
      <p:graphicFrame>
        <p:nvGraphicFramePr>
          <p:cNvPr id="10" name="TextBox 4">
            <a:extLst>
              <a:ext uri="{FF2B5EF4-FFF2-40B4-BE49-F238E27FC236}">
                <a16:creationId xmlns:a16="http://schemas.microsoft.com/office/drawing/2014/main" id="{476334E7-A8BB-7796-A9F0-F7D2093ED439}"/>
              </a:ext>
            </a:extLst>
          </p:cNvPr>
          <p:cNvGraphicFramePr/>
          <p:nvPr/>
        </p:nvGraphicFramePr>
        <p:xfrm>
          <a:off x="90839" y="903981"/>
          <a:ext cx="6191974" cy="544117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18815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99BC3-B077-C702-F0EA-1C77111D29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739776-D7DE-FCFA-D223-1DE62F9B519E}"/>
              </a:ext>
            </a:extLst>
          </p:cNvPr>
          <p:cNvSpPr txBox="1"/>
          <p:nvPr/>
        </p:nvSpPr>
        <p:spPr>
          <a:xfrm>
            <a:off x="167148" y="71296"/>
            <a:ext cx="11140164" cy="584775"/>
          </a:xfrm>
          <a:prstGeom prst="rect">
            <a:avLst/>
          </a:prstGeom>
          <a:noFill/>
        </p:spPr>
        <p:txBody>
          <a:bodyPr wrap="square">
            <a:spAutoFit/>
          </a:bodyPr>
          <a:lstStyle/>
          <a:p>
            <a:pPr algn="ctr"/>
            <a:r>
              <a:rPr lang="en-US" sz="3200" b="1" dirty="0"/>
              <a:t>EDA Results – Converted status &amp; Preferred Language </a:t>
            </a:r>
          </a:p>
        </p:txBody>
      </p:sp>
      <p:sp>
        <p:nvSpPr>
          <p:cNvPr id="5" name="TextBox 4">
            <a:extLst>
              <a:ext uri="{FF2B5EF4-FFF2-40B4-BE49-F238E27FC236}">
                <a16:creationId xmlns:a16="http://schemas.microsoft.com/office/drawing/2014/main" id="{DAFD3481-0692-CBC3-AF73-7A9845DB4AF0}"/>
              </a:ext>
            </a:extLst>
          </p:cNvPr>
          <p:cNvSpPr txBox="1"/>
          <p:nvPr/>
        </p:nvSpPr>
        <p:spPr>
          <a:xfrm>
            <a:off x="167148" y="5115694"/>
            <a:ext cx="5093111" cy="1298882"/>
          </a:xfrm>
          <a:prstGeom prst="rect">
            <a:avLst/>
          </a:prstGeom>
          <a:solidFill>
            <a:schemeClr val="accent2"/>
          </a:solidFill>
          <a:ln>
            <a:solidFill>
              <a:schemeClr val="tx1"/>
            </a:solidFill>
          </a:ln>
        </p:spPr>
        <p:txBody>
          <a:bodyPr wrap="square">
            <a:spAutoFit/>
          </a:bodyPr>
          <a:lstStyle/>
          <a:p>
            <a:pPr marL="285750" indent="-285750">
              <a:lnSpc>
                <a:spcPct val="150000"/>
              </a:lnSpc>
              <a:buFont typeface="Wingdings" panose="05000000000000000000" pitchFamily="2" charset="2"/>
              <a:buChar char="Ø"/>
            </a:pPr>
            <a:r>
              <a:rPr lang="en-US" dirty="0"/>
              <a:t>The median prevailing wage for the certified applications is slightly higher than that for denied applications.</a:t>
            </a:r>
          </a:p>
        </p:txBody>
      </p:sp>
      <p:sp>
        <p:nvSpPr>
          <p:cNvPr id="6" name="TextBox 5">
            <a:extLst>
              <a:ext uri="{FF2B5EF4-FFF2-40B4-BE49-F238E27FC236}">
                <a16:creationId xmlns:a16="http://schemas.microsoft.com/office/drawing/2014/main" id="{F828641A-171C-3AC6-1AA6-CB940A5CD213}"/>
              </a:ext>
            </a:extLst>
          </p:cNvPr>
          <p:cNvSpPr txBox="1"/>
          <p:nvPr/>
        </p:nvSpPr>
        <p:spPr>
          <a:xfrm>
            <a:off x="5801032" y="4568467"/>
            <a:ext cx="6223820" cy="1701684"/>
          </a:xfrm>
          <a:prstGeom prst="rect">
            <a:avLst/>
          </a:prstGeom>
          <a:solidFill>
            <a:schemeClr val="accent3"/>
          </a:solidFill>
          <a:ln>
            <a:solidFill>
              <a:schemeClr val="tx1"/>
            </a:solidFill>
          </a:ln>
        </p:spPr>
        <p:txBody>
          <a:bodyPr wrap="square">
            <a:spAutoFit/>
          </a:bodyPr>
          <a:lstStyle/>
          <a:p>
            <a:pPr marL="285750" indent="-285750">
              <a:lnSpc>
                <a:spcPct val="150000"/>
              </a:lnSpc>
              <a:buFont typeface="Wingdings" panose="05000000000000000000" pitchFamily="2" charset="2"/>
              <a:buChar char="Ø"/>
            </a:pPr>
            <a:r>
              <a:rPr lang="en-US" dirty="0"/>
              <a:t> The Midwest and Island regions have slightly higher prevailing wages as compared to other regions.</a:t>
            </a:r>
          </a:p>
          <a:p>
            <a:pPr marL="285750" indent="-285750">
              <a:lnSpc>
                <a:spcPct val="150000"/>
              </a:lnSpc>
              <a:buFont typeface="Wingdings" panose="05000000000000000000" pitchFamily="2" charset="2"/>
              <a:buChar char="Ø"/>
            </a:pPr>
            <a:r>
              <a:rPr lang="en-US" dirty="0"/>
              <a:t>The distribution of prevailing wage is similar across the West, Northeast, and South regions.</a:t>
            </a:r>
          </a:p>
        </p:txBody>
      </p:sp>
      <p:pic>
        <p:nvPicPr>
          <p:cNvPr id="2" name="Picture 1">
            <a:extLst>
              <a:ext uri="{FF2B5EF4-FFF2-40B4-BE49-F238E27FC236}">
                <a16:creationId xmlns:a16="http://schemas.microsoft.com/office/drawing/2014/main" id="{89DC52E0-825C-5EE4-3762-8180665876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8A595189-23A1-332F-C2AC-5B5F5F488D99}"/>
              </a:ext>
            </a:extLst>
          </p:cNvPr>
          <p:cNvPicPr>
            <a:picLocks noChangeAspect="1"/>
          </p:cNvPicPr>
          <p:nvPr/>
        </p:nvPicPr>
        <p:blipFill>
          <a:blip r:embed="rId3"/>
          <a:stretch>
            <a:fillRect/>
          </a:stretch>
        </p:blipFill>
        <p:spPr>
          <a:xfrm>
            <a:off x="50240" y="6672711"/>
            <a:ext cx="1250718" cy="149973"/>
          </a:xfrm>
          <a:prstGeom prst="rect">
            <a:avLst/>
          </a:prstGeom>
        </p:spPr>
      </p:pic>
      <p:pic>
        <p:nvPicPr>
          <p:cNvPr id="9" name="Picture 8">
            <a:extLst>
              <a:ext uri="{FF2B5EF4-FFF2-40B4-BE49-F238E27FC236}">
                <a16:creationId xmlns:a16="http://schemas.microsoft.com/office/drawing/2014/main" id="{E5160266-4481-27E5-6243-FAE17719B5CE}"/>
              </a:ext>
            </a:extLst>
          </p:cNvPr>
          <p:cNvPicPr>
            <a:picLocks noChangeAspect="1"/>
          </p:cNvPicPr>
          <p:nvPr/>
        </p:nvPicPr>
        <p:blipFill>
          <a:blip r:embed="rId4"/>
          <a:stretch>
            <a:fillRect/>
          </a:stretch>
        </p:blipFill>
        <p:spPr>
          <a:xfrm>
            <a:off x="336459" y="695077"/>
            <a:ext cx="4923800" cy="3873390"/>
          </a:xfrm>
          <a:prstGeom prst="rect">
            <a:avLst/>
          </a:prstGeom>
        </p:spPr>
      </p:pic>
      <p:pic>
        <p:nvPicPr>
          <p:cNvPr id="15" name="Picture 14">
            <a:extLst>
              <a:ext uri="{FF2B5EF4-FFF2-40B4-BE49-F238E27FC236}">
                <a16:creationId xmlns:a16="http://schemas.microsoft.com/office/drawing/2014/main" id="{5E771FA4-B789-85C3-607A-5BF0E592BF1F}"/>
              </a:ext>
            </a:extLst>
          </p:cNvPr>
          <p:cNvPicPr>
            <a:picLocks noChangeAspect="1"/>
          </p:cNvPicPr>
          <p:nvPr/>
        </p:nvPicPr>
        <p:blipFill>
          <a:blip r:embed="rId5"/>
          <a:stretch>
            <a:fillRect/>
          </a:stretch>
        </p:blipFill>
        <p:spPr>
          <a:xfrm>
            <a:off x="5894652" y="933114"/>
            <a:ext cx="6036580" cy="3110311"/>
          </a:xfrm>
          <a:prstGeom prst="rect">
            <a:avLst/>
          </a:prstGeom>
        </p:spPr>
      </p:pic>
    </p:spTree>
    <p:extLst>
      <p:ext uri="{BB962C8B-B14F-4D97-AF65-F5344CB8AC3E}">
        <p14:creationId xmlns:p14="http://schemas.microsoft.com/office/powerpoint/2010/main" val="3747518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D5D05-2A0B-4264-079E-C123F14A27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BE6C85-39B6-7AA9-8212-EA4BBAADFBAF}"/>
              </a:ext>
            </a:extLst>
          </p:cNvPr>
          <p:cNvSpPr txBox="1"/>
          <p:nvPr/>
        </p:nvSpPr>
        <p:spPr>
          <a:xfrm>
            <a:off x="294860" y="73420"/>
            <a:ext cx="11602280" cy="584775"/>
          </a:xfrm>
          <a:prstGeom prst="rect">
            <a:avLst/>
          </a:prstGeom>
          <a:noFill/>
        </p:spPr>
        <p:txBody>
          <a:bodyPr wrap="square">
            <a:spAutoFit/>
          </a:bodyPr>
          <a:lstStyle/>
          <a:p>
            <a:pPr algn="ctr"/>
            <a:r>
              <a:rPr lang="en-US" sz="3200" b="1" dirty="0"/>
              <a:t>Data Preprocessing</a:t>
            </a:r>
          </a:p>
        </p:txBody>
      </p:sp>
      <p:pic>
        <p:nvPicPr>
          <p:cNvPr id="2" name="Picture 1">
            <a:extLst>
              <a:ext uri="{FF2B5EF4-FFF2-40B4-BE49-F238E27FC236}">
                <a16:creationId xmlns:a16="http://schemas.microsoft.com/office/drawing/2014/main" id="{A7B2D518-1DF6-A610-460D-A5E77E285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B731D8CC-F842-C8C0-DF15-A3B0EF095D90}"/>
              </a:ext>
            </a:extLst>
          </p:cNvPr>
          <p:cNvPicPr>
            <a:picLocks noChangeAspect="1"/>
          </p:cNvPicPr>
          <p:nvPr/>
        </p:nvPicPr>
        <p:blipFill>
          <a:blip r:embed="rId3"/>
          <a:stretch>
            <a:fillRect/>
          </a:stretch>
        </p:blipFill>
        <p:spPr>
          <a:xfrm>
            <a:off x="50240" y="6672711"/>
            <a:ext cx="1250718" cy="149973"/>
          </a:xfrm>
          <a:prstGeom prst="rect">
            <a:avLst/>
          </a:prstGeom>
        </p:spPr>
      </p:pic>
      <p:graphicFrame>
        <p:nvGraphicFramePr>
          <p:cNvPr id="8" name="TextBox 4">
            <a:extLst>
              <a:ext uri="{FF2B5EF4-FFF2-40B4-BE49-F238E27FC236}">
                <a16:creationId xmlns:a16="http://schemas.microsoft.com/office/drawing/2014/main" id="{8E92F84C-A06B-55D4-5B54-9478EABC55A5}"/>
              </a:ext>
            </a:extLst>
          </p:cNvPr>
          <p:cNvGraphicFramePr/>
          <p:nvPr/>
        </p:nvGraphicFramePr>
        <p:xfrm>
          <a:off x="179691" y="658195"/>
          <a:ext cx="11717449" cy="6099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11275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47343-6046-7C2F-B3BA-BAB04DB66D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104CF-87E1-1741-4CD0-1339AB5AFF4D}"/>
              </a:ext>
            </a:extLst>
          </p:cNvPr>
          <p:cNvSpPr txBox="1"/>
          <p:nvPr/>
        </p:nvSpPr>
        <p:spPr>
          <a:xfrm>
            <a:off x="1995947" y="73604"/>
            <a:ext cx="8003458" cy="584775"/>
          </a:xfrm>
          <a:prstGeom prst="rect">
            <a:avLst/>
          </a:prstGeom>
          <a:noFill/>
        </p:spPr>
        <p:txBody>
          <a:bodyPr wrap="square">
            <a:spAutoFit/>
          </a:bodyPr>
          <a:lstStyle/>
          <a:p>
            <a:pPr algn="ctr"/>
            <a:r>
              <a:rPr lang="en-US" sz="3200" b="1" dirty="0"/>
              <a:t>Model Evaluation Criterion</a:t>
            </a:r>
          </a:p>
        </p:txBody>
      </p:sp>
      <p:sp>
        <p:nvSpPr>
          <p:cNvPr id="5" name="TextBox 4">
            <a:extLst>
              <a:ext uri="{FF2B5EF4-FFF2-40B4-BE49-F238E27FC236}">
                <a16:creationId xmlns:a16="http://schemas.microsoft.com/office/drawing/2014/main" id="{C563334A-9627-CE89-878A-BE0FAA2EB44B}"/>
              </a:ext>
            </a:extLst>
          </p:cNvPr>
          <p:cNvSpPr txBox="1"/>
          <p:nvPr/>
        </p:nvSpPr>
        <p:spPr>
          <a:xfrm>
            <a:off x="175169" y="933573"/>
            <a:ext cx="11841661" cy="4990853"/>
          </a:xfrm>
          <a:prstGeom prst="rect">
            <a:avLst/>
          </a:prstGeom>
          <a:solidFill>
            <a:schemeClr val="accent3"/>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We are interested in predicting whether a visa application is certified or denied</a:t>
            </a:r>
          </a:p>
          <a:p>
            <a:pPr marL="285750" indent="-285750">
              <a:lnSpc>
                <a:spcPct val="200000"/>
              </a:lnSpc>
              <a:buFont typeface="Wingdings" panose="05000000000000000000" pitchFamily="2" charset="2"/>
              <a:buChar char="Ø"/>
            </a:pPr>
            <a:r>
              <a:rPr lang="en-US" dirty="0"/>
              <a:t>The two cases here where the model can make wrong predictions and the corresponding </a:t>
            </a:r>
          </a:p>
          <a:p>
            <a:pPr marL="285750" indent="-285750">
              <a:lnSpc>
                <a:spcPct val="200000"/>
              </a:lnSpc>
              <a:buFont typeface="Wingdings" panose="05000000000000000000" pitchFamily="2" charset="2"/>
              <a:buChar char="Ø"/>
            </a:pPr>
            <a:r>
              <a:rPr lang="en-US" dirty="0"/>
              <a:t>consequences are:</a:t>
            </a:r>
          </a:p>
          <a:p>
            <a:pPr marL="742950" lvl="1" indent="-285750">
              <a:lnSpc>
                <a:spcPct val="200000"/>
              </a:lnSpc>
              <a:buFont typeface="Wingdings" panose="05000000000000000000" pitchFamily="2" charset="2"/>
              <a:buChar char="§"/>
            </a:pPr>
            <a:r>
              <a:rPr lang="en-US" b="1" dirty="0"/>
              <a:t>False Positives</a:t>
            </a:r>
            <a:r>
              <a:rPr lang="en-US" dirty="0"/>
              <a:t>: If a visa is certified when it has to be denied, the wrong employee will get the job position, while US citizens will miss the opportunity to work in that position. </a:t>
            </a:r>
          </a:p>
          <a:p>
            <a:pPr marL="742950" lvl="1" indent="-285750">
              <a:lnSpc>
                <a:spcPct val="200000"/>
              </a:lnSpc>
              <a:buFont typeface="Wingdings" panose="05000000000000000000" pitchFamily="2" charset="2"/>
              <a:buChar char="§"/>
            </a:pPr>
            <a:r>
              <a:rPr lang="en-US" b="1" dirty="0"/>
              <a:t>False Negatives</a:t>
            </a:r>
            <a:r>
              <a:rPr lang="en-US" dirty="0"/>
              <a:t>: If a visa is denied when it has to be certified, the U.S. will lose a suitable human resource that can contribute to the economy.</a:t>
            </a:r>
          </a:p>
          <a:p>
            <a:pPr marL="285750" indent="-285750">
              <a:lnSpc>
                <a:spcPct val="200000"/>
              </a:lnSpc>
              <a:buFont typeface="Wingdings" panose="05000000000000000000" pitchFamily="2" charset="2"/>
              <a:buChar char="Ø"/>
            </a:pPr>
            <a:r>
              <a:rPr lang="en-US" b="1" dirty="0"/>
              <a:t>Both cases are equally important; a</a:t>
            </a:r>
            <a:r>
              <a:rPr lang="en-US" dirty="0"/>
              <a:t>s such, we want the </a:t>
            </a:r>
            <a:r>
              <a:rPr lang="en-US" b="1" dirty="0"/>
              <a:t>F1 score to be maximized</a:t>
            </a:r>
            <a:r>
              <a:rPr lang="en-US" dirty="0"/>
              <a:t>. </a:t>
            </a:r>
          </a:p>
          <a:p>
            <a:pPr marL="285750" indent="-285750">
              <a:lnSpc>
                <a:spcPct val="200000"/>
              </a:lnSpc>
              <a:buFont typeface="Wingdings" panose="05000000000000000000" pitchFamily="2" charset="2"/>
              <a:buChar char="Ø"/>
            </a:pPr>
            <a:r>
              <a:rPr lang="en-US" dirty="0"/>
              <a:t>The greater the </a:t>
            </a:r>
            <a:r>
              <a:rPr lang="en-US" b="1" dirty="0"/>
              <a:t>F1 score</a:t>
            </a:r>
            <a:r>
              <a:rPr lang="en-US" dirty="0"/>
              <a:t>, the higher the chances of minimizing both false positives and false negatives</a:t>
            </a:r>
          </a:p>
        </p:txBody>
      </p:sp>
      <p:pic>
        <p:nvPicPr>
          <p:cNvPr id="2" name="Picture 1">
            <a:extLst>
              <a:ext uri="{FF2B5EF4-FFF2-40B4-BE49-F238E27FC236}">
                <a16:creationId xmlns:a16="http://schemas.microsoft.com/office/drawing/2014/main" id="{FCCBA765-75BD-6376-B838-9F6252922B07}"/>
              </a:ext>
            </a:extLst>
          </p:cNvPr>
          <p:cNvPicPr>
            <a:picLocks noChangeAspect="1"/>
          </p:cNvPicPr>
          <p:nvPr/>
        </p:nvPicPr>
        <p:blipFill>
          <a:blip r:embed="rId2"/>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265636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80DB-B919-E833-F867-FFBCF0C1CE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194E52-79DA-79CD-DFC7-CC8BF7691DFA}"/>
              </a:ext>
            </a:extLst>
          </p:cNvPr>
          <p:cNvSpPr txBox="1"/>
          <p:nvPr/>
        </p:nvSpPr>
        <p:spPr>
          <a:xfrm>
            <a:off x="98324" y="110302"/>
            <a:ext cx="11487425" cy="584775"/>
          </a:xfrm>
          <a:prstGeom prst="rect">
            <a:avLst/>
          </a:prstGeom>
          <a:noFill/>
        </p:spPr>
        <p:txBody>
          <a:bodyPr wrap="square">
            <a:spAutoFit/>
          </a:bodyPr>
          <a:lstStyle/>
          <a:p>
            <a:pPr algn="ctr"/>
            <a:r>
              <a:rPr lang="en-US" sz="3200" b="1" dirty="0"/>
              <a:t>Model Building - Original Data</a:t>
            </a:r>
          </a:p>
        </p:txBody>
      </p:sp>
      <p:sp>
        <p:nvSpPr>
          <p:cNvPr id="5" name="TextBox 4">
            <a:extLst>
              <a:ext uri="{FF2B5EF4-FFF2-40B4-BE49-F238E27FC236}">
                <a16:creationId xmlns:a16="http://schemas.microsoft.com/office/drawing/2014/main" id="{EA7409B0-F76D-B62D-C8DF-69536CE630C7}"/>
              </a:ext>
            </a:extLst>
          </p:cNvPr>
          <p:cNvSpPr txBox="1"/>
          <p:nvPr/>
        </p:nvSpPr>
        <p:spPr>
          <a:xfrm>
            <a:off x="216311" y="1126597"/>
            <a:ext cx="8770373" cy="1113062"/>
          </a:xfrm>
          <a:prstGeom prst="rect">
            <a:avLst/>
          </a:prstGeom>
          <a:solidFill>
            <a:schemeClr val="accent3"/>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We start by building multiple ML models with the original data at hand. ● The models built and their performance score are provided below.</a:t>
            </a:r>
          </a:p>
        </p:txBody>
      </p:sp>
      <p:pic>
        <p:nvPicPr>
          <p:cNvPr id="2" name="Picture 1">
            <a:extLst>
              <a:ext uri="{FF2B5EF4-FFF2-40B4-BE49-F238E27FC236}">
                <a16:creationId xmlns:a16="http://schemas.microsoft.com/office/drawing/2014/main" id="{8B4A314A-1D38-A3CC-C92C-374DD3D22E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C34DBB09-7F98-8E65-4E4B-999B92C4CC7F}"/>
              </a:ext>
            </a:extLst>
          </p:cNvPr>
          <p:cNvPicPr>
            <a:picLocks noChangeAspect="1"/>
          </p:cNvPicPr>
          <p:nvPr/>
        </p:nvPicPr>
        <p:blipFill>
          <a:blip r:embed="rId3"/>
          <a:stretch>
            <a:fillRect/>
          </a:stretch>
        </p:blipFill>
        <p:spPr>
          <a:xfrm>
            <a:off x="50240" y="6672711"/>
            <a:ext cx="1250718" cy="149973"/>
          </a:xfrm>
          <a:prstGeom prst="rect">
            <a:avLst/>
          </a:prstGeom>
        </p:spPr>
      </p:pic>
      <p:pic>
        <p:nvPicPr>
          <p:cNvPr id="8" name="Picture 7">
            <a:extLst>
              <a:ext uri="{FF2B5EF4-FFF2-40B4-BE49-F238E27FC236}">
                <a16:creationId xmlns:a16="http://schemas.microsoft.com/office/drawing/2014/main" id="{60DBAB25-D734-92A1-35CF-E5F074C66F87}"/>
              </a:ext>
            </a:extLst>
          </p:cNvPr>
          <p:cNvPicPr>
            <a:picLocks noChangeAspect="1"/>
          </p:cNvPicPr>
          <p:nvPr/>
        </p:nvPicPr>
        <p:blipFill>
          <a:blip r:embed="rId4"/>
          <a:stretch>
            <a:fillRect/>
          </a:stretch>
        </p:blipFill>
        <p:spPr>
          <a:xfrm>
            <a:off x="2284290" y="2605968"/>
            <a:ext cx="7126697" cy="1769387"/>
          </a:xfrm>
          <a:prstGeom prst="rect">
            <a:avLst/>
          </a:prstGeom>
        </p:spPr>
      </p:pic>
      <p:sp>
        <p:nvSpPr>
          <p:cNvPr id="9" name="TextBox 8">
            <a:extLst>
              <a:ext uri="{FF2B5EF4-FFF2-40B4-BE49-F238E27FC236}">
                <a16:creationId xmlns:a16="http://schemas.microsoft.com/office/drawing/2014/main" id="{57227947-CD3C-F83F-4342-EBF44526CA9E}"/>
              </a:ext>
            </a:extLst>
          </p:cNvPr>
          <p:cNvSpPr txBox="1"/>
          <p:nvPr/>
        </p:nvSpPr>
        <p:spPr>
          <a:xfrm>
            <a:off x="340887" y="4897304"/>
            <a:ext cx="9825667" cy="646331"/>
          </a:xfrm>
          <a:prstGeom prst="rect">
            <a:avLst/>
          </a:prstGeom>
          <a:solidFill>
            <a:schemeClr val="accent2"/>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a:t>
            </a:r>
            <a:r>
              <a:rPr lang="en-US" b="1" dirty="0"/>
              <a:t>Gradient Boost classifier has a good performance and best generalization</a:t>
            </a:r>
            <a:r>
              <a:rPr lang="en-US" dirty="0"/>
              <a:t>, followed by the AdaBoost classifier and </a:t>
            </a:r>
            <a:r>
              <a:rPr lang="en-US" dirty="0" err="1"/>
              <a:t>XGBoost</a:t>
            </a:r>
            <a:r>
              <a:rPr lang="en-US" dirty="0"/>
              <a:t> classifier, respectively.</a:t>
            </a:r>
          </a:p>
        </p:txBody>
      </p:sp>
    </p:spTree>
    <p:extLst>
      <p:ext uri="{BB962C8B-B14F-4D97-AF65-F5344CB8AC3E}">
        <p14:creationId xmlns:p14="http://schemas.microsoft.com/office/powerpoint/2010/main" val="3801581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9EE2C-3A05-E5B7-DD69-BB4B1478E9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A3BF3C-B67C-736A-704D-DC9726B112AD}"/>
              </a:ext>
            </a:extLst>
          </p:cNvPr>
          <p:cNvSpPr txBox="1"/>
          <p:nvPr/>
        </p:nvSpPr>
        <p:spPr>
          <a:xfrm>
            <a:off x="98324" y="110302"/>
            <a:ext cx="11487425" cy="584775"/>
          </a:xfrm>
          <a:prstGeom prst="rect">
            <a:avLst/>
          </a:prstGeom>
          <a:noFill/>
        </p:spPr>
        <p:txBody>
          <a:bodyPr wrap="square">
            <a:spAutoFit/>
          </a:bodyPr>
          <a:lstStyle/>
          <a:p>
            <a:pPr algn="ctr"/>
            <a:r>
              <a:rPr lang="en-US" sz="3200" b="1" dirty="0"/>
              <a:t>Model Building - Oversampled Data</a:t>
            </a:r>
          </a:p>
        </p:txBody>
      </p:sp>
      <p:pic>
        <p:nvPicPr>
          <p:cNvPr id="2" name="Picture 1">
            <a:extLst>
              <a:ext uri="{FF2B5EF4-FFF2-40B4-BE49-F238E27FC236}">
                <a16:creationId xmlns:a16="http://schemas.microsoft.com/office/drawing/2014/main" id="{71E15B46-1DC6-7976-900D-69B9A01496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0C431EB3-2784-3DFD-C222-32D1A9660712}"/>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A5EF23A7-DFB9-CF45-3E7E-CF9A355D5D35}"/>
              </a:ext>
            </a:extLst>
          </p:cNvPr>
          <p:cNvSpPr txBox="1"/>
          <p:nvPr/>
        </p:nvSpPr>
        <p:spPr>
          <a:xfrm>
            <a:off x="301558" y="5413709"/>
            <a:ext cx="11064532" cy="646331"/>
          </a:xfrm>
          <a:prstGeom prst="rect">
            <a:avLst/>
          </a:prstGeom>
          <a:solidFill>
            <a:schemeClr val="accent1"/>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a:t>
            </a:r>
            <a:r>
              <a:rPr lang="en-US" b="1" dirty="0"/>
              <a:t>Gradient Boost classifier has a good performance and best generalization</a:t>
            </a:r>
            <a:r>
              <a:rPr lang="en-US" dirty="0"/>
              <a:t>, followed by the </a:t>
            </a:r>
            <a:r>
              <a:rPr lang="en-US" dirty="0" err="1"/>
              <a:t>XGBoost</a:t>
            </a:r>
            <a:r>
              <a:rPr lang="en-US" dirty="0"/>
              <a:t> classifier and AdaBoost classifier, respectively.</a:t>
            </a:r>
          </a:p>
        </p:txBody>
      </p:sp>
      <p:pic>
        <p:nvPicPr>
          <p:cNvPr id="7" name="Picture 6">
            <a:extLst>
              <a:ext uri="{FF2B5EF4-FFF2-40B4-BE49-F238E27FC236}">
                <a16:creationId xmlns:a16="http://schemas.microsoft.com/office/drawing/2014/main" id="{2BC5772C-F208-66CE-5B57-D293191189CA}"/>
              </a:ext>
            </a:extLst>
          </p:cNvPr>
          <p:cNvPicPr>
            <a:picLocks noChangeAspect="1"/>
          </p:cNvPicPr>
          <p:nvPr/>
        </p:nvPicPr>
        <p:blipFill>
          <a:blip r:embed="rId4"/>
          <a:stretch>
            <a:fillRect/>
          </a:stretch>
        </p:blipFill>
        <p:spPr>
          <a:xfrm>
            <a:off x="1951329" y="3337114"/>
            <a:ext cx="8031231" cy="1621240"/>
          </a:xfrm>
          <a:prstGeom prst="rect">
            <a:avLst/>
          </a:prstGeom>
        </p:spPr>
      </p:pic>
      <p:graphicFrame>
        <p:nvGraphicFramePr>
          <p:cNvPr id="11" name="TextBox 4">
            <a:extLst>
              <a:ext uri="{FF2B5EF4-FFF2-40B4-BE49-F238E27FC236}">
                <a16:creationId xmlns:a16="http://schemas.microsoft.com/office/drawing/2014/main" id="{02B35298-F2FB-CE77-7233-F1DD5ACA790E}"/>
              </a:ext>
            </a:extLst>
          </p:cNvPr>
          <p:cNvGraphicFramePr/>
          <p:nvPr/>
        </p:nvGraphicFramePr>
        <p:xfrm>
          <a:off x="301558" y="826909"/>
          <a:ext cx="11487425" cy="22210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170002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B743B-AECA-88AE-6E9B-EDE4EB87F4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F025C9-F340-6B8D-FCC8-A97D0426D414}"/>
              </a:ext>
            </a:extLst>
          </p:cNvPr>
          <p:cNvSpPr txBox="1"/>
          <p:nvPr/>
        </p:nvSpPr>
        <p:spPr>
          <a:xfrm>
            <a:off x="352286" y="35316"/>
            <a:ext cx="11487425" cy="584775"/>
          </a:xfrm>
          <a:prstGeom prst="rect">
            <a:avLst/>
          </a:prstGeom>
          <a:noFill/>
        </p:spPr>
        <p:txBody>
          <a:bodyPr wrap="square">
            <a:spAutoFit/>
          </a:bodyPr>
          <a:lstStyle/>
          <a:p>
            <a:pPr algn="ctr"/>
            <a:r>
              <a:rPr lang="en-US" sz="3200" b="1" dirty="0">
                <a:latin typeface="+mj-lt"/>
              </a:rPr>
              <a:t>Model Building - </a:t>
            </a:r>
            <a:r>
              <a:rPr lang="en-US" sz="3200" b="1" dirty="0" err="1">
                <a:latin typeface="+mj-lt"/>
              </a:rPr>
              <a:t>Undersampled</a:t>
            </a:r>
            <a:r>
              <a:rPr lang="en-US" sz="3200" b="1" dirty="0">
                <a:latin typeface="+mj-lt"/>
              </a:rPr>
              <a:t> Data</a:t>
            </a:r>
          </a:p>
        </p:txBody>
      </p:sp>
      <p:pic>
        <p:nvPicPr>
          <p:cNvPr id="2" name="Picture 1">
            <a:extLst>
              <a:ext uri="{FF2B5EF4-FFF2-40B4-BE49-F238E27FC236}">
                <a16:creationId xmlns:a16="http://schemas.microsoft.com/office/drawing/2014/main" id="{64D4DC85-D0CF-9D6C-4552-8626D455F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F397521D-3023-9DB8-C874-50D957DF2BF3}"/>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0106326F-62C9-562D-7BE1-3BB689A0A3DB}"/>
              </a:ext>
            </a:extLst>
          </p:cNvPr>
          <p:cNvSpPr txBox="1"/>
          <p:nvPr/>
        </p:nvSpPr>
        <p:spPr>
          <a:xfrm>
            <a:off x="340887" y="5485042"/>
            <a:ext cx="11244862" cy="646331"/>
          </a:xfrm>
          <a:prstGeom prst="rect">
            <a:avLst/>
          </a:prstGeom>
          <a:solidFill>
            <a:schemeClr val="accent1"/>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a:t>
            </a:r>
            <a:r>
              <a:rPr lang="en-US" b="1" dirty="0"/>
              <a:t>Gradient Boost classifier has a good performance and best generalization</a:t>
            </a:r>
            <a:r>
              <a:rPr lang="en-US" dirty="0"/>
              <a:t>, followed by the AdaBoost classifier and </a:t>
            </a:r>
            <a:r>
              <a:rPr lang="en-US" dirty="0" err="1"/>
              <a:t>XGBoost</a:t>
            </a:r>
            <a:r>
              <a:rPr lang="en-US" dirty="0"/>
              <a:t> classifier, respectively.</a:t>
            </a:r>
          </a:p>
        </p:txBody>
      </p:sp>
      <p:pic>
        <p:nvPicPr>
          <p:cNvPr id="7" name="Picture 6">
            <a:extLst>
              <a:ext uri="{FF2B5EF4-FFF2-40B4-BE49-F238E27FC236}">
                <a16:creationId xmlns:a16="http://schemas.microsoft.com/office/drawing/2014/main" id="{27FAF6CE-F52A-E6DC-FF1C-F2891D6EBA4C}"/>
              </a:ext>
            </a:extLst>
          </p:cNvPr>
          <p:cNvPicPr>
            <a:picLocks noChangeAspect="1"/>
          </p:cNvPicPr>
          <p:nvPr/>
        </p:nvPicPr>
        <p:blipFill>
          <a:blip r:embed="rId4"/>
          <a:stretch>
            <a:fillRect/>
          </a:stretch>
        </p:blipFill>
        <p:spPr>
          <a:xfrm>
            <a:off x="2283427" y="3424800"/>
            <a:ext cx="7860751" cy="1687052"/>
          </a:xfrm>
          <a:prstGeom prst="rect">
            <a:avLst/>
          </a:prstGeom>
        </p:spPr>
      </p:pic>
      <p:graphicFrame>
        <p:nvGraphicFramePr>
          <p:cNvPr id="11" name="TextBox 4">
            <a:extLst>
              <a:ext uri="{FF2B5EF4-FFF2-40B4-BE49-F238E27FC236}">
                <a16:creationId xmlns:a16="http://schemas.microsoft.com/office/drawing/2014/main" id="{AA1421DD-5ED9-EECB-8C4A-4FD10CF68118}"/>
              </a:ext>
            </a:extLst>
          </p:cNvPr>
          <p:cNvGraphicFramePr/>
          <p:nvPr>
            <p:extLst>
              <p:ext uri="{D42A27DB-BD31-4B8C-83A1-F6EECF244321}">
                <p14:modId xmlns:p14="http://schemas.microsoft.com/office/powerpoint/2010/main" val="395106790"/>
              </p:ext>
            </p:extLst>
          </p:nvPr>
        </p:nvGraphicFramePr>
        <p:xfrm>
          <a:off x="352287" y="949410"/>
          <a:ext cx="11487425" cy="22210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00783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654C9FAB-FF05-F290-FED8-4780E6E9691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FB87C14A-B166-A1E1-4616-D544A661936A}"/>
              </a:ext>
            </a:extLst>
          </p:cNvPr>
          <p:cNvSpPr txBox="1"/>
          <p:nvPr/>
        </p:nvSpPr>
        <p:spPr>
          <a:xfrm>
            <a:off x="1300958" y="17638"/>
            <a:ext cx="9404723" cy="584775"/>
          </a:xfrm>
          <a:prstGeom prst="rect">
            <a:avLst/>
          </a:prstGeom>
          <a:noFill/>
        </p:spPr>
        <p:txBody>
          <a:bodyPr wrap="square">
            <a:spAutoFit/>
          </a:bodyPr>
          <a:lstStyle>
            <a:defPPr>
              <a:defRPr lang="en-US"/>
            </a:defPPr>
            <a:lvl1pPr algn="ctr">
              <a:defRPr sz="3200" b="1"/>
            </a:lvl1pPr>
          </a:lstStyle>
          <a:p>
            <a:r>
              <a:rPr lang="en-US" dirty="0">
                <a:latin typeface="+mj-lt"/>
              </a:rPr>
              <a:t>Model Performance - Observations</a:t>
            </a:r>
          </a:p>
        </p:txBody>
      </p:sp>
      <p:pic>
        <p:nvPicPr>
          <p:cNvPr id="2" name="Picture 1">
            <a:extLst>
              <a:ext uri="{FF2B5EF4-FFF2-40B4-BE49-F238E27FC236}">
                <a16:creationId xmlns:a16="http://schemas.microsoft.com/office/drawing/2014/main" id="{6BC2DC9B-59C0-F286-0856-5F6A47C1742B}"/>
              </a:ext>
            </a:extLst>
          </p:cNvPr>
          <p:cNvPicPr>
            <a:picLocks noChangeAspect="1"/>
          </p:cNvPicPr>
          <p:nvPr/>
        </p:nvPicPr>
        <p:blipFill>
          <a:blip r:embed="rId7"/>
          <a:stretch>
            <a:fillRect/>
          </a:stretch>
        </p:blipFill>
        <p:spPr>
          <a:xfrm>
            <a:off x="50240" y="6672711"/>
            <a:ext cx="1250718" cy="149973"/>
          </a:xfrm>
          <a:prstGeom prst="rect">
            <a:avLst/>
          </a:prstGeom>
        </p:spPr>
      </p:pic>
      <p:graphicFrame>
        <p:nvGraphicFramePr>
          <p:cNvPr id="20" name="TextBox 4">
            <a:extLst>
              <a:ext uri="{FF2B5EF4-FFF2-40B4-BE49-F238E27FC236}">
                <a16:creationId xmlns:a16="http://schemas.microsoft.com/office/drawing/2014/main" id="{5D7FE8F4-4973-D8EE-8B8E-019710319C8F}"/>
              </a:ext>
            </a:extLst>
          </p:cNvPr>
          <p:cNvGraphicFramePr/>
          <p:nvPr>
            <p:extLst>
              <p:ext uri="{D42A27DB-BD31-4B8C-83A1-F6EECF244321}">
                <p14:modId xmlns:p14="http://schemas.microsoft.com/office/powerpoint/2010/main" val="3886720760"/>
              </p:ext>
            </p:extLst>
          </p:nvPr>
        </p:nvGraphicFramePr>
        <p:xfrm>
          <a:off x="157316" y="1141407"/>
          <a:ext cx="11887200" cy="516107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797639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0D157-6BF4-B233-1A6D-2DF2B6C918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662860-C563-5853-7FAF-748B2504C7D4}"/>
              </a:ext>
            </a:extLst>
          </p:cNvPr>
          <p:cNvSpPr txBox="1"/>
          <p:nvPr/>
        </p:nvSpPr>
        <p:spPr>
          <a:xfrm>
            <a:off x="103925" y="66280"/>
            <a:ext cx="11487425" cy="584775"/>
          </a:xfrm>
          <a:prstGeom prst="rect">
            <a:avLst/>
          </a:prstGeom>
          <a:noFill/>
        </p:spPr>
        <p:txBody>
          <a:bodyPr wrap="square">
            <a:spAutoFit/>
          </a:bodyPr>
          <a:lstStyle/>
          <a:p>
            <a:pPr algn="ctr"/>
            <a:r>
              <a:rPr lang="en-US" sz="3200" b="1" dirty="0">
                <a:latin typeface="+mj-lt"/>
              </a:rPr>
              <a:t>Tuning Random Forest Classifier</a:t>
            </a:r>
          </a:p>
        </p:txBody>
      </p:sp>
      <p:sp>
        <p:nvSpPr>
          <p:cNvPr id="5" name="TextBox 4">
            <a:extLst>
              <a:ext uri="{FF2B5EF4-FFF2-40B4-BE49-F238E27FC236}">
                <a16:creationId xmlns:a16="http://schemas.microsoft.com/office/drawing/2014/main" id="{1BD243D4-7096-8C00-8CBE-D332817F41CC}"/>
              </a:ext>
            </a:extLst>
          </p:cNvPr>
          <p:cNvSpPr txBox="1"/>
          <p:nvPr/>
        </p:nvSpPr>
        <p:spPr>
          <a:xfrm>
            <a:off x="216311" y="1071980"/>
            <a:ext cx="11059614" cy="1113062"/>
          </a:xfrm>
          <a:prstGeom prst="rect">
            <a:avLst/>
          </a:prstGeom>
          <a:solidFill>
            <a:schemeClr val="accent2"/>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Grid Search with cross-validation was used for hyperparameter tuning</a:t>
            </a:r>
          </a:p>
          <a:p>
            <a:pPr marL="285750" indent="-285750">
              <a:lnSpc>
                <a:spcPct val="200000"/>
              </a:lnSpc>
              <a:buFont typeface="Wingdings" panose="05000000000000000000" pitchFamily="2" charset="2"/>
              <a:buChar char="Ø"/>
            </a:pPr>
            <a:r>
              <a:rPr lang="en-US" dirty="0"/>
              <a:t>The hyperparameter space checked and best hyperparameters obtained are as follows</a:t>
            </a:r>
          </a:p>
        </p:txBody>
      </p:sp>
      <p:pic>
        <p:nvPicPr>
          <p:cNvPr id="2" name="Picture 1">
            <a:extLst>
              <a:ext uri="{FF2B5EF4-FFF2-40B4-BE49-F238E27FC236}">
                <a16:creationId xmlns:a16="http://schemas.microsoft.com/office/drawing/2014/main" id="{04FC8621-0BEB-0587-7F0A-DBB93BA45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EC530EC3-206D-9BD0-8684-E71B149DB9DF}"/>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91447A40-AA52-378E-BD10-A7F1CDE8A965}"/>
              </a:ext>
            </a:extLst>
          </p:cNvPr>
          <p:cNvSpPr txBox="1"/>
          <p:nvPr/>
        </p:nvSpPr>
        <p:spPr>
          <a:xfrm>
            <a:off x="291726" y="4410511"/>
            <a:ext cx="9825667" cy="369332"/>
          </a:xfrm>
          <a:prstGeom prst="rect">
            <a:avLst/>
          </a:prstGeom>
          <a:solidFill>
            <a:schemeClr val="accent2"/>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performance of the tuned Random Forest model is as follows:</a:t>
            </a:r>
          </a:p>
        </p:txBody>
      </p:sp>
      <p:pic>
        <p:nvPicPr>
          <p:cNvPr id="7" name="Picture 6">
            <a:extLst>
              <a:ext uri="{FF2B5EF4-FFF2-40B4-BE49-F238E27FC236}">
                <a16:creationId xmlns:a16="http://schemas.microsoft.com/office/drawing/2014/main" id="{2C058D99-65F3-31DA-4CD7-BF27A0ADDD2F}"/>
              </a:ext>
            </a:extLst>
          </p:cNvPr>
          <p:cNvPicPr>
            <a:picLocks noChangeAspect="1"/>
          </p:cNvPicPr>
          <p:nvPr/>
        </p:nvPicPr>
        <p:blipFill>
          <a:blip r:embed="rId4"/>
          <a:stretch>
            <a:fillRect/>
          </a:stretch>
        </p:blipFill>
        <p:spPr>
          <a:xfrm>
            <a:off x="2812027" y="2465567"/>
            <a:ext cx="5653362" cy="1752831"/>
          </a:xfrm>
          <a:prstGeom prst="rect">
            <a:avLst/>
          </a:prstGeom>
        </p:spPr>
      </p:pic>
      <p:pic>
        <p:nvPicPr>
          <p:cNvPr id="11" name="Picture 10">
            <a:extLst>
              <a:ext uri="{FF2B5EF4-FFF2-40B4-BE49-F238E27FC236}">
                <a16:creationId xmlns:a16="http://schemas.microsoft.com/office/drawing/2014/main" id="{B0EA0305-2A6F-CACD-253F-812E07D93DFF}"/>
              </a:ext>
            </a:extLst>
          </p:cNvPr>
          <p:cNvPicPr>
            <a:picLocks noChangeAspect="1"/>
          </p:cNvPicPr>
          <p:nvPr/>
        </p:nvPicPr>
        <p:blipFill>
          <a:blip r:embed="rId5"/>
          <a:stretch>
            <a:fillRect/>
          </a:stretch>
        </p:blipFill>
        <p:spPr>
          <a:xfrm>
            <a:off x="1753850" y="5021109"/>
            <a:ext cx="7163873" cy="1226066"/>
          </a:xfrm>
          <a:prstGeom prst="rect">
            <a:avLst/>
          </a:prstGeom>
        </p:spPr>
      </p:pic>
    </p:spTree>
    <p:extLst>
      <p:ext uri="{BB962C8B-B14F-4D97-AF65-F5344CB8AC3E}">
        <p14:creationId xmlns:p14="http://schemas.microsoft.com/office/powerpoint/2010/main" val="2551636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42F05-5AA8-D212-6378-0EE82A3AC0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9CE3EB-FCCB-DB37-F653-E1A7B9D97E67}"/>
              </a:ext>
            </a:extLst>
          </p:cNvPr>
          <p:cNvSpPr txBox="1"/>
          <p:nvPr/>
        </p:nvSpPr>
        <p:spPr>
          <a:xfrm>
            <a:off x="103925" y="66280"/>
            <a:ext cx="11487425" cy="584775"/>
          </a:xfrm>
          <a:prstGeom prst="rect">
            <a:avLst/>
          </a:prstGeom>
          <a:noFill/>
        </p:spPr>
        <p:txBody>
          <a:bodyPr wrap="square">
            <a:spAutoFit/>
          </a:bodyPr>
          <a:lstStyle/>
          <a:p>
            <a:pPr algn="ctr"/>
            <a:r>
              <a:rPr lang="en-US" sz="3200" b="1" dirty="0">
                <a:latin typeface="+mj-lt"/>
              </a:rPr>
              <a:t>Tuning AdaBoost Classifier</a:t>
            </a:r>
          </a:p>
        </p:txBody>
      </p:sp>
      <p:sp>
        <p:nvSpPr>
          <p:cNvPr id="5" name="TextBox 4">
            <a:extLst>
              <a:ext uri="{FF2B5EF4-FFF2-40B4-BE49-F238E27FC236}">
                <a16:creationId xmlns:a16="http://schemas.microsoft.com/office/drawing/2014/main" id="{B6155582-7EC4-C1D1-D86E-9AA9BF297688}"/>
              </a:ext>
            </a:extLst>
          </p:cNvPr>
          <p:cNvSpPr txBox="1"/>
          <p:nvPr/>
        </p:nvSpPr>
        <p:spPr>
          <a:xfrm>
            <a:off x="216311" y="975173"/>
            <a:ext cx="11059614" cy="1113062"/>
          </a:xfrm>
          <a:prstGeom prst="rect">
            <a:avLst/>
          </a:prstGeom>
          <a:solidFill>
            <a:schemeClr val="accent3"/>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Grid Search with cross-validation was used for hyperparameter tuning</a:t>
            </a:r>
          </a:p>
          <a:p>
            <a:pPr marL="285750" indent="-285750">
              <a:lnSpc>
                <a:spcPct val="200000"/>
              </a:lnSpc>
              <a:buFont typeface="Wingdings" panose="05000000000000000000" pitchFamily="2" charset="2"/>
              <a:buChar char="Ø"/>
            </a:pPr>
            <a:r>
              <a:rPr lang="en-US" dirty="0"/>
              <a:t>The hyperparameter space checked and best hyperparameters obtained are as follows</a:t>
            </a:r>
          </a:p>
        </p:txBody>
      </p:sp>
      <p:pic>
        <p:nvPicPr>
          <p:cNvPr id="2" name="Picture 1">
            <a:extLst>
              <a:ext uri="{FF2B5EF4-FFF2-40B4-BE49-F238E27FC236}">
                <a16:creationId xmlns:a16="http://schemas.microsoft.com/office/drawing/2014/main" id="{EC5D86C1-A3A3-60F5-9417-65CAE5615E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FEB41DD0-8B39-A263-C58D-19555D379560}"/>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17EE967A-0596-857D-FBB5-50BE2FEEE860}"/>
              </a:ext>
            </a:extLst>
          </p:cNvPr>
          <p:cNvSpPr txBox="1"/>
          <p:nvPr/>
        </p:nvSpPr>
        <p:spPr>
          <a:xfrm>
            <a:off x="291726" y="4410511"/>
            <a:ext cx="9825667" cy="369332"/>
          </a:xfrm>
          <a:prstGeom prst="rect">
            <a:avLst/>
          </a:prstGeom>
          <a:solidFill>
            <a:schemeClr val="accent3"/>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performance of the tuned AdaBoost model is as follows:</a:t>
            </a:r>
          </a:p>
        </p:txBody>
      </p:sp>
      <p:pic>
        <p:nvPicPr>
          <p:cNvPr id="8" name="Picture 7">
            <a:extLst>
              <a:ext uri="{FF2B5EF4-FFF2-40B4-BE49-F238E27FC236}">
                <a16:creationId xmlns:a16="http://schemas.microsoft.com/office/drawing/2014/main" id="{96DDD917-8A0F-EF5E-2546-9D2CB788C63B}"/>
              </a:ext>
            </a:extLst>
          </p:cNvPr>
          <p:cNvPicPr>
            <a:picLocks noChangeAspect="1"/>
          </p:cNvPicPr>
          <p:nvPr/>
        </p:nvPicPr>
        <p:blipFill>
          <a:blip r:embed="rId4"/>
          <a:stretch>
            <a:fillRect/>
          </a:stretch>
        </p:blipFill>
        <p:spPr>
          <a:xfrm>
            <a:off x="2398209" y="2331218"/>
            <a:ext cx="6430937" cy="1909185"/>
          </a:xfrm>
          <a:prstGeom prst="rect">
            <a:avLst/>
          </a:prstGeom>
        </p:spPr>
      </p:pic>
      <p:pic>
        <p:nvPicPr>
          <p:cNvPr id="12" name="Picture 11">
            <a:extLst>
              <a:ext uri="{FF2B5EF4-FFF2-40B4-BE49-F238E27FC236}">
                <a16:creationId xmlns:a16="http://schemas.microsoft.com/office/drawing/2014/main" id="{A2A067BD-99B6-589A-60F0-BB4E469F8611}"/>
              </a:ext>
            </a:extLst>
          </p:cNvPr>
          <p:cNvPicPr>
            <a:picLocks noChangeAspect="1"/>
          </p:cNvPicPr>
          <p:nvPr/>
        </p:nvPicPr>
        <p:blipFill>
          <a:blip r:embed="rId5"/>
          <a:stretch>
            <a:fillRect/>
          </a:stretch>
        </p:blipFill>
        <p:spPr>
          <a:xfrm>
            <a:off x="1378260" y="5047397"/>
            <a:ext cx="7793513" cy="1287424"/>
          </a:xfrm>
          <a:prstGeom prst="rect">
            <a:avLst/>
          </a:prstGeom>
        </p:spPr>
      </p:pic>
    </p:spTree>
    <p:extLst>
      <p:ext uri="{BB962C8B-B14F-4D97-AF65-F5344CB8AC3E}">
        <p14:creationId xmlns:p14="http://schemas.microsoft.com/office/powerpoint/2010/main" val="2476230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7325D-8D8C-833E-D532-158052A493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F185A2-4586-054F-6390-84845BCBF717}"/>
              </a:ext>
            </a:extLst>
          </p:cNvPr>
          <p:cNvSpPr txBox="1"/>
          <p:nvPr/>
        </p:nvSpPr>
        <p:spPr>
          <a:xfrm>
            <a:off x="103925" y="66280"/>
            <a:ext cx="11487425" cy="584775"/>
          </a:xfrm>
          <a:prstGeom prst="rect">
            <a:avLst/>
          </a:prstGeom>
          <a:noFill/>
        </p:spPr>
        <p:txBody>
          <a:bodyPr wrap="square">
            <a:spAutoFit/>
          </a:bodyPr>
          <a:lstStyle/>
          <a:p>
            <a:pPr algn="ctr"/>
            <a:r>
              <a:rPr lang="en-US" sz="3200" b="1" dirty="0">
                <a:latin typeface="+mj-lt"/>
              </a:rPr>
              <a:t>Tuning Gradient Boost Classifier</a:t>
            </a:r>
          </a:p>
        </p:txBody>
      </p:sp>
      <p:sp>
        <p:nvSpPr>
          <p:cNvPr id="5" name="TextBox 4">
            <a:extLst>
              <a:ext uri="{FF2B5EF4-FFF2-40B4-BE49-F238E27FC236}">
                <a16:creationId xmlns:a16="http://schemas.microsoft.com/office/drawing/2014/main" id="{0D04ADA2-EC23-B530-40BF-747C33CAA5B9}"/>
              </a:ext>
            </a:extLst>
          </p:cNvPr>
          <p:cNvSpPr txBox="1"/>
          <p:nvPr/>
        </p:nvSpPr>
        <p:spPr>
          <a:xfrm>
            <a:off x="216310" y="1037234"/>
            <a:ext cx="11375039" cy="1113062"/>
          </a:xfrm>
          <a:prstGeom prst="rect">
            <a:avLst/>
          </a:prstGeom>
          <a:solidFill>
            <a:schemeClr val="accent1"/>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Grid Search with cross-validation was used for hyperparameter tuning</a:t>
            </a:r>
          </a:p>
          <a:p>
            <a:pPr marL="285750" indent="-285750">
              <a:lnSpc>
                <a:spcPct val="200000"/>
              </a:lnSpc>
              <a:buFont typeface="Wingdings" panose="05000000000000000000" pitchFamily="2" charset="2"/>
              <a:buChar char="Ø"/>
            </a:pPr>
            <a:r>
              <a:rPr lang="en-US" dirty="0"/>
              <a:t>The hyperparameter space was checked, and the best hyperparameters obtained are as follows</a:t>
            </a:r>
          </a:p>
        </p:txBody>
      </p:sp>
      <p:pic>
        <p:nvPicPr>
          <p:cNvPr id="2" name="Picture 1">
            <a:extLst>
              <a:ext uri="{FF2B5EF4-FFF2-40B4-BE49-F238E27FC236}">
                <a16:creationId xmlns:a16="http://schemas.microsoft.com/office/drawing/2014/main" id="{AFF1F267-8A8A-7B3D-E5A3-BB724970D7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65B7CB09-B646-17CE-571C-AAB194A1EB18}"/>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BA801B05-EF05-3C94-30C1-8842D1294C20}"/>
              </a:ext>
            </a:extLst>
          </p:cNvPr>
          <p:cNvSpPr txBox="1"/>
          <p:nvPr/>
        </p:nvSpPr>
        <p:spPr>
          <a:xfrm>
            <a:off x="291726" y="4410511"/>
            <a:ext cx="9825667" cy="369332"/>
          </a:xfrm>
          <a:prstGeom prst="rect">
            <a:avLst/>
          </a:prstGeom>
          <a:solidFill>
            <a:schemeClr val="accent1"/>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performance of the tuned Gradient Boost model is as follows:</a:t>
            </a:r>
          </a:p>
        </p:txBody>
      </p:sp>
      <p:pic>
        <p:nvPicPr>
          <p:cNvPr id="8" name="Picture 7">
            <a:extLst>
              <a:ext uri="{FF2B5EF4-FFF2-40B4-BE49-F238E27FC236}">
                <a16:creationId xmlns:a16="http://schemas.microsoft.com/office/drawing/2014/main" id="{A41E8FED-AD83-2EBE-E040-517CEEA85484}"/>
              </a:ext>
            </a:extLst>
          </p:cNvPr>
          <p:cNvPicPr>
            <a:picLocks noChangeAspect="1"/>
          </p:cNvPicPr>
          <p:nvPr/>
        </p:nvPicPr>
        <p:blipFill>
          <a:blip r:embed="rId4"/>
          <a:stretch>
            <a:fillRect/>
          </a:stretch>
        </p:blipFill>
        <p:spPr>
          <a:xfrm>
            <a:off x="1590017" y="2270928"/>
            <a:ext cx="7649769" cy="1898318"/>
          </a:xfrm>
          <a:prstGeom prst="rect">
            <a:avLst/>
          </a:prstGeom>
        </p:spPr>
      </p:pic>
      <p:pic>
        <p:nvPicPr>
          <p:cNvPr id="12" name="Picture 11">
            <a:extLst>
              <a:ext uri="{FF2B5EF4-FFF2-40B4-BE49-F238E27FC236}">
                <a16:creationId xmlns:a16="http://schemas.microsoft.com/office/drawing/2014/main" id="{5DA93991-78C4-2236-FAE7-B4C79C389CDA}"/>
              </a:ext>
            </a:extLst>
          </p:cNvPr>
          <p:cNvPicPr>
            <a:picLocks noChangeAspect="1"/>
          </p:cNvPicPr>
          <p:nvPr/>
        </p:nvPicPr>
        <p:blipFill>
          <a:blip r:embed="rId5"/>
          <a:stretch>
            <a:fillRect/>
          </a:stretch>
        </p:blipFill>
        <p:spPr>
          <a:xfrm>
            <a:off x="1416421" y="5021108"/>
            <a:ext cx="8490265" cy="1321539"/>
          </a:xfrm>
          <a:prstGeom prst="rect">
            <a:avLst/>
          </a:prstGeom>
        </p:spPr>
      </p:pic>
    </p:spTree>
    <p:extLst>
      <p:ext uri="{BB962C8B-B14F-4D97-AF65-F5344CB8AC3E}">
        <p14:creationId xmlns:p14="http://schemas.microsoft.com/office/powerpoint/2010/main" val="451432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295E0-95BB-871B-B387-345CACA2F5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5E06C7-D3C1-94A4-0E45-1E018A3DB0FA}"/>
              </a:ext>
            </a:extLst>
          </p:cNvPr>
          <p:cNvSpPr txBox="1"/>
          <p:nvPr/>
        </p:nvSpPr>
        <p:spPr>
          <a:xfrm>
            <a:off x="103925" y="66280"/>
            <a:ext cx="11487425" cy="584775"/>
          </a:xfrm>
          <a:prstGeom prst="rect">
            <a:avLst/>
          </a:prstGeom>
          <a:noFill/>
        </p:spPr>
        <p:txBody>
          <a:bodyPr wrap="square">
            <a:spAutoFit/>
          </a:bodyPr>
          <a:lstStyle/>
          <a:p>
            <a:pPr algn="ctr"/>
            <a:r>
              <a:rPr lang="en-US" sz="3200" b="1" dirty="0">
                <a:latin typeface="+mj-lt"/>
              </a:rPr>
              <a:t>Tuning </a:t>
            </a:r>
            <a:r>
              <a:rPr lang="en-US" sz="3200" b="1" dirty="0" err="1">
                <a:latin typeface="+mj-lt"/>
              </a:rPr>
              <a:t>XGBoost</a:t>
            </a:r>
            <a:r>
              <a:rPr lang="en-US" sz="3200" b="1" dirty="0">
                <a:latin typeface="+mj-lt"/>
              </a:rPr>
              <a:t> Classifier</a:t>
            </a:r>
          </a:p>
        </p:txBody>
      </p:sp>
      <p:sp>
        <p:nvSpPr>
          <p:cNvPr id="5" name="TextBox 4">
            <a:extLst>
              <a:ext uri="{FF2B5EF4-FFF2-40B4-BE49-F238E27FC236}">
                <a16:creationId xmlns:a16="http://schemas.microsoft.com/office/drawing/2014/main" id="{855AF6AB-AFF3-5650-7651-BC71E9CD190A}"/>
              </a:ext>
            </a:extLst>
          </p:cNvPr>
          <p:cNvSpPr txBox="1"/>
          <p:nvPr/>
        </p:nvSpPr>
        <p:spPr>
          <a:xfrm>
            <a:off x="216310" y="1071980"/>
            <a:ext cx="11611896" cy="1113062"/>
          </a:xfrm>
          <a:prstGeom prst="rect">
            <a:avLst/>
          </a:prstGeom>
          <a:solidFill>
            <a:schemeClr val="accent4"/>
          </a:solidFill>
          <a:ln>
            <a:solidFill>
              <a:schemeClr val="tx1"/>
            </a:solidFill>
          </a:ln>
        </p:spPr>
        <p:txBody>
          <a:bodyPr wrap="square">
            <a:spAutoFit/>
          </a:bodyPr>
          <a:lstStyle/>
          <a:p>
            <a:pPr marL="285750" indent="-285750">
              <a:lnSpc>
                <a:spcPct val="200000"/>
              </a:lnSpc>
              <a:buFont typeface="Wingdings" panose="05000000000000000000" pitchFamily="2" charset="2"/>
              <a:buChar char="Ø"/>
            </a:pPr>
            <a:r>
              <a:rPr lang="en-US" dirty="0"/>
              <a:t>Grid Search with cross-validation was used for hyperparameter tuning</a:t>
            </a:r>
          </a:p>
          <a:p>
            <a:pPr marL="285750" indent="-285750">
              <a:lnSpc>
                <a:spcPct val="200000"/>
              </a:lnSpc>
              <a:buFont typeface="Wingdings" panose="05000000000000000000" pitchFamily="2" charset="2"/>
              <a:buChar char="Ø"/>
            </a:pPr>
            <a:r>
              <a:rPr lang="en-US" dirty="0"/>
              <a:t>The hyperparameter space was checked, and the best hyperparameters obtained are as follows</a:t>
            </a:r>
          </a:p>
        </p:txBody>
      </p:sp>
      <p:pic>
        <p:nvPicPr>
          <p:cNvPr id="2" name="Picture 1">
            <a:extLst>
              <a:ext uri="{FF2B5EF4-FFF2-40B4-BE49-F238E27FC236}">
                <a16:creationId xmlns:a16="http://schemas.microsoft.com/office/drawing/2014/main" id="{F875C0C7-8AB6-2EFE-8F4C-5A1AC82B9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83185873-A686-C082-BFFF-5C5CEE1C0F0F}"/>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C2FC3085-A8A3-5C3B-3751-9EFA75301822}"/>
              </a:ext>
            </a:extLst>
          </p:cNvPr>
          <p:cNvSpPr txBox="1"/>
          <p:nvPr/>
        </p:nvSpPr>
        <p:spPr>
          <a:xfrm>
            <a:off x="291726" y="4410511"/>
            <a:ext cx="9825667" cy="369332"/>
          </a:xfrm>
          <a:prstGeom prst="rect">
            <a:avLst/>
          </a:prstGeom>
          <a:solidFill>
            <a:schemeClr val="accent4"/>
          </a:solidFill>
          <a:ln>
            <a:solidFill>
              <a:schemeClr val="tx1"/>
            </a:solidFill>
          </a:ln>
        </p:spPr>
        <p:txBody>
          <a:bodyPr wrap="square" rtlCol="0">
            <a:spAutoFit/>
          </a:bodyPr>
          <a:lstStyle/>
          <a:p>
            <a:pPr marL="285750" indent="-285750">
              <a:buFont typeface="Wingdings" panose="05000000000000000000" pitchFamily="2" charset="2"/>
              <a:buChar char="Ø"/>
            </a:pPr>
            <a:r>
              <a:rPr lang="en-US" dirty="0"/>
              <a:t>The performance of the tuned </a:t>
            </a:r>
            <a:r>
              <a:rPr lang="en-US" dirty="0" err="1"/>
              <a:t>XGBoost</a:t>
            </a:r>
            <a:r>
              <a:rPr lang="en-US" dirty="0"/>
              <a:t> model is as follows:</a:t>
            </a:r>
          </a:p>
        </p:txBody>
      </p:sp>
      <p:pic>
        <p:nvPicPr>
          <p:cNvPr id="8" name="Picture 7">
            <a:extLst>
              <a:ext uri="{FF2B5EF4-FFF2-40B4-BE49-F238E27FC236}">
                <a16:creationId xmlns:a16="http://schemas.microsoft.com/office/drawing/2014/main" id="{925FF70D-A59D-56D4-B200-50FA84B553EF}"/>
              </a:ext>
            </a:extLst>
          </p:cNvPr>
          <p:cNvPicPr>
            <a:picLocks noChangeAspect="1"/>
          </p:cNvPicPr>
          <p:nvPr/>
        </p:nvPicPr>
        <p:blipFill>
          <a:blip r:embed="rId4"/>
          <a:stretch>
            <a:fillRect/>
          </a:stretch>
        </p:blipFill>
        <p:spPr>
          <a:xfrm>
            <a:off x="3156879" y="2426308"/>
            <a:ext cx="5878242" cy="1725248"/>
          </a:xfrm>
          <a:prstGeom prst="rect">
            <a:avLst/>
          </a:prstGeom>
        </p:spPr>
      </p:pic>
      <p:pic>
        <p:nvPicPr>
          <p:cNvPr id="12" name="Picture 11">
            <a:extLst>
              <a:ext uri="{FF2B5EF4-FFF2-40B4-BE49-F238E27FC236}">
                <a16:creationId xmlns:a16="http://schemas.microsoft.com/office/drawing/2014/main" id="{53F1F8E6-1FC8-5360-A463-23BEC30A159F}"/>
              </a:ext>
            </a:extLst>
          </p:cNvPr>
          <p:cNvPicPr>
            <a:picLocks noChangeAspect="1"/>
          </p:cNvPicPr>
          <p:nvPr/>
        </p:nvPicPr>
        <p:blipFill>
          <a:blip r:embed="rId5"/>
          <a:stretch>
            <a:fillRect/>
          </a:stretch>
        </p:blipFill>
        <p:spPr>
          <a:xfrm>
            <a:off x="2111006" y="5038798"/>
            <a:ext cx="7703819" cy="1253847"/>
          </a:xfrm>
          <a:prstGeom prst="rect">
            <a:avLst/>
          </a:prstGeom>
        </p:spPr>
      </p:pic>
    </p:spTree>
    <p:extLst>
      <p:ext uri="{BB962C8B-B14F-4D97-AF65-F5344CB8AC3E}">
        <p14:creationId xmlns:p14="http://schemas.microsoft.com/office/powerpoint/2010/main" val="404002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7B5DD-6878-05BB-05DA-6BCE145834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7DE6B2-EC04-74D1-8D45-25C4DAE16731}"/>
              </a:ext>
            </a:extLst>
          </p:cNvPr>
          <p:cNvSpPr txBox="1"/>
          <p:nvPr/>
        </p:nvSpPr>
        <p:spPr>
          <a:xfrm>
            <a:off x="103925" y="66280"/>
            <a:ext cx="11487425" cy="584775"/>
          </a:xfrm>
          <a:prstGeom prst="rect">
            <a:avLst/>
          </a:prstGeom>
          <a:noFill/>
        </p:spPr>
        <p:txBody>
          <a:bodyPr wrap="square">
            <a:spAutoFit/>
          </a:bodyPr>
          <a:lstStyle/>
          <a:p>
            <a:pPr algn="ctr"/>
            <a:r>
              <a:rPr lang="en-US" sz="3200" b="1" dirty="0">
                <a:latin typeface="+mj-lt"/>
              </a:rPr>
              <a:t>Model Performance Comparison</a:t>
            </a:r>
          </a:p>
        </p:txBody>
      </p:sp>
      <p:sp>
        <p:nvSpPr>
          <p:cNvPr id="5" name="TextBox 4">
            <a:extLst>
              <a:ext uri="{FF2B5EF4-FFF2-40B4-BE49-F238E27FC236}">
                <a16:creationId xmlns:a16="http://schemas.microsoft.com/office/drawing/2014/main" id="{A9BC2F52-43D4-C48B-7B17-315A4EF77AA3}"/>
              </a:ext>
            </a:extLst>
          </p:cNvPr>
          <p:cNvSpPr txBox="1"/>
          <p:nvPr/>
        </p:nvSpPr>
        <p:spPr>
          <a:xfrm>
            <a:off x="50240" y="1153862"/>
            <a:ext cx="2280005" cy="1113062"/>
          </a:xfrm>
          <a:prstGeom prst="rect">
            <a:avLst/>
          </a:prstGeom>
          <a:solidFill>
            <a:schemeClr val="accent4"/>
          </a:solidFill>
          <a:ln>
            <a:solidFill>
              <a:schemeClr val="tx1"/>
            </a:solidFill>
          </a:ln>
        </p:spPr>
        <p:txBody>
          <a:bodyPr wrap="square" rtlCol="0">
            <a:spAutoFit/>
          </a:bodyPr>
          <a:lstStyle>
            <a:defPPr>
              <a:defRPr lang="en-US"/>
            </a:defPPr>
            <a:lvl1pPr>
              <a:defRPr/>
            </a:lvl1pPr>
          </a:lstStyle>
          <a:p>
            <a:pPr algn="ctr"/>
            <a:r>
              <a:rPr lang="en-US" dirty="0"/>
              <a:t>Training Performance</a:t>
            </a:r>
          </a:p>
        </p:txBody>
      </p:sp>
      <p:pic>
        <p:nvPicPr>
          <p:cNvPr id="2" name="Picture 1">
            <a:extLst>
              <a:ext uri="{FF2B5EF4-FFF2-40B4-BE49-F238E27FC236}">
                <a16:creationId xmlns:a16="http://schemas.microsoft.com/office/drawing/2014/main" id="{616B8441-6039-3A9A-CA30-8BE1C8625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554AA772-E617-76A2-CD45-322B48EC41B1}"/>
              </a:ext>
            </a:extLst>
          </p:cNvPr>
          <p:cNvPicPr>
            <a:picLocks noChangeAspect="1"/>
          </p:cNvPicPr>
          <p:nvPr/>
        </p:nvPicPr>
        <p:blipFill>
          <a:blip r:embed="rId3"/>
          <a:stretch>
            <a:fillRect/>
          </a:stretch>
        </p:blipFill>
        <p:spPr>
          <a:xfrm>
            <a:off x="50240" y="6672711"/>
            <a:ext cx="1250718" cy="149973"/>
          </a:xfrm>
          <a:prstGeom prst="rect">
            <a:avLst/>
          </a:prstGeom>
        </p:spPr>
      </p:pic>
      <p:sp>
        <p:nvSpPr>
          <p:cNvPr id="9" name="TextBox 8">
            <a:extLst>
              <a:ext uri="{FF2B5EF4-FFF2-40B4-BE49-F238E27FC236}">
                <a16:creationId xmlns:a16="http://schemas.microsoft.com/office/drawing/2014/main" id="{2C592929-5FA0-88F7-B28D-50ED8D280084}"/>
              </a:ext>
            </a:extLst>
          </p:cNvPr>
          <p:cNvSpPr txBox="1"/>
          <p:nvPr/>
        </p:nvSpPr>
        <p:spPr>
          <a:xfrm>
            <a:off x="50240" y="4410511"/>
            <a:ext cx="1798225" cy="646331"/>
          </a:xfrm>
          <a:prstGeom prst="rect">
            <a:avLst/>
          </a:prstGeom>
          <a:solidFill>
            <a:schemeClr val="accent4"/>
          </a:solidFill>
          <a:ln>
            <a:solidFill>
              <a:schemeClr val="tx1"/>
            </a:solidFill>
          </a:ln>
        </p:spPr>
        <p:txBody>
          <a:bodyPr wrap="square" rtlCol="0">
            <a:spAutoFit/>
          </a:bodyPr>
          <a:lstStyle/>
          <a:p>
            <a:pPr algn="ctr"/>
            <a:r>
              <a:rPr lang="en-US" dirty="0"/>
              <a:t>Validation Performance</a:t>
            </a:r>
          </a:p>
        </p:txBody>
      </p:sp>
      <p:pic>
        <p:nvPicPr>
          <p:cNvPr id="12" name="Picture 11">
            <a:extLst>
              <a:ext uri="{FF2B5EF4-FFF2-40B4-BE49-F238E27FC236}">
                <a16:creationId xmlns:a16="http://schemas.microsoft.com/office/drawing/2014/main" id="{2823EA71-97D2-3117-20F1-6BEBE6508961}"/>
              </a:ext>
            </a:extLst>
          </p:cNvPr>
          <p:cNvPicPr>
            <a:picLocks noChangeAspect="1"/>
          </p:cNvPicPr>
          <p:nvPr/>
        </p:nvPicPr>
        <p:blipFill>
          <a:blip r:embed="rId4"/>
          <a:stretch>
            <a:fillRect/>
          </a:stretch>
        </p:blipFill>
        <p:spPr>
          <a:xfrm>
            <a:off x="2649195" y="4044080"/>
            <a:ext cx="8408151" cy="1612225"/>
          </a:xfrm>
          <a:prstGeom prst="rect">
            <a:avLst/>
          </a:prstGeom>
        </p:spPr>
      </p:pic>
      <p:pic>
        <p:nvPicPr>
          <p:cNvPr id="15" name="Picture 14">
            <a:extLst>
              <a:ext uri="{FF2B5EF4-FFF2-40B4-BE49-F238E27FC236}">
                <a16:creationId xmlns:a16="http://schemas.microsoft.com/office/drawing/2014/main" id="{BD8FE098-D287-28B6-334C-C453E8ABA1D1}"/>
              </a:ext>
            </a:extLst>
          </p:cNvPr>
          <p:cNvPicPr>
            <a:picLocks noChangeAspect="1"/>
          </p:cNvPicPr>
          <p:nvPr/>
        </p:nvPicPr>
        <p:blipFill>
          <a:blip r:embed="rId5"/>
          <a:stretch>
            <a:fillRect/>
          </a:stretch>
        </p:blipFill>
        <p:spPr>
          <a:xfrm>
            <a:off x="2649190" y="1071980"/>
            <a:ext cx="8408156" cy="1612226"/>
          </a:xfrm>
          <a:prstGeom prst="rect">
            <a:avLst/>
          </a:prstGeom>
        </p:spPr>
      </p:pic>
    </p:spTree>
    <p:extLst>
      <p:ext uri="{BB962C8B-B14F-4D97-AF65-F5344CB8AC3E}">
        <p14:creationId xmlns:p14="http://schemas.microsoft.com/office/powerpoint/2010/main" val="3399952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DB6FB56-942F-635C-0BCA-DC9FFA48EFC4}"/>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0" name="Picture 19">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39A7D5C5-37DE-1F9E-8C41-E7AA8C732D2F}"/>
              </a:ext>
            </a:extLst>
          </p:cNvPr>
          <p:cNvSpPr txBox="1"/>
          <p:nvPr/>
        </p:nvSpPr>
        <p:spPr>
          <a:xfrm>
            <a:off x="1033089" y="2836"/>
            <a:ext cx="9404723" cy="685422"/>
          </a:xfrm>
          <a:prstGeom prst="rect">
            <a:avLst/>
          </a:prstGeom>
        </p:spPr>
        <p:txBody>
          <a:bodyPr vert="horz" lIns="91440" tIns="45720" rIns="91440" bIns="45720" rtlCol="0" anchor="t">
            <a:normAutofit/>
          </a:bodyPr>
          <a:lstStyle/>
          <a:p>
            <a:pPr algn="ctr">
              <a:spcBef>
                <a:spcPct val="0"/>
              </a:spcBef>
              <a:spcAft>
                <a:spcPts val="600"/>
              </a:spcAft>
            </a:pPr>
            <a:r>
              <a:rPr lang="en-US" sz="3200" b="1" dirty="0">
                <a:solidFill>
                  <a:schemeClr val="tx2"/>
                </a:solidFill>
                <a:latin typeface="+mj-lt"/>
                <a:ea typeface="+mj-ea"/>
                <a:cs typeface="+mj-cs"/>
              </a:rPr>
              <a:t>Final Model Selection</a:t>
            </a:r>
          </a:p>
        </p:txBody>
      </p:sp>
      <p:pic>
        <p:nvPicPr>
          <p:cNvPr id="2" name="Picture 1">
            <a:extLst>
              <a:ext uri="{FF2B5EF4-FFF2-40B4-BE49-F238E27FC236}">
                <a16:creationId xmlns:a16="http://schemas.microsoft.com/office/drawing/2014/main" id="{70B84B49-01A3-273E-6A0A-8A5380C70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6C79A76B-CFA6-3665-F558-CF3EBFAE22B0}"/>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22" name="TextBox 4">
            <a:extLst>
              <a:ext uri="{FF2B5EF4-FFF2-40B4-BE49-F238E27FC236}">
                <a16:creationId xmlns:a16="http://schemas.microsoft.com/office/drawing/2014/main" id="{5A5C2384-9FA1-0A4B-68D5-3C7CFA8582B6}"/>
              </a:ext>
            </a:extLst>
          </p:cNvPr>
          <p:cNvGraphicFramePr/>
          <p:nvPr>
            <p:extLst>
              <p:ext uri="{D42A27DB-BD31-4B8C-83A1-F6EECF244321}">
                <p14:modId xmlns:p14="http://schemas.microsoft.com/office/powerpoint/2010/main" val="1564105780"/>
              </p:ext>
            </p:extLst>
          </p:nvPr>
        </p:nvGraphicFramePr>
        <p:xfrm>
          <a:off x="761206" y="970879"/>
          <a:ext cx="9404352" cy="329443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23" name="Picture 22">
            <a:extLst>
              <a:ext uri="{FF2B5EF4-FFF2-40B4-BE49-F238E27FC236}">
                <a16:creationId xmlns:a16="http://schemas.microsoft.com/office/drawing/2014/main" id="{AF5C92D9-C4B4-6905-CA38-015E30950AEA}"/>
              </a:ext>
            </a:extLst>
          </p:cNvPr>
          <p:cNvPicPr>
            <a:picLocks noChangeAspect="1"/>
          </p:cNvPicPr>
          <p:nvPr/>
        </p:nvPicPr>
        <p:blipFill>
          <a:blip r:embed="rId14"/>
          <a:stretch>
            <a:fillRect/>
          </a:stretch>
        </p:blipFill>
        <p:spPr>
          <a:xfrm>
            <a:off x="1522412" y="4520544"/>
            <a:ext cx="8898810" cy="1290954"/>
          </a:xfrm>
          <a:prstGeom prst="rect">
            <a:avLst/>
          </a:prstGeom>
        </p:spPr>
      </p:pic>
    </p:spTree>
    <p:extLst>
      <p:ext uri="{BB962C8B-B14F-4D97-AF65-F5344CB8AC3E}">
        <p14:creationId xmlns:p14="http://schemas.microsoft.com/office/powerpoint/2010/main" val="4239469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FD0C9-B98A-F08E-157A-27C0362A93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AA8CE8-ECE4-F1BE-2ACC-D8B3D07AAE9F}"/>
              </a:ext>
            </a:extLst>
          </p:cNvPr>
          <p:cNvSpPr txBox="1"/>
          <p:nvPr/>
        </p:nvSpPr>
        <p:spPr>
          <a:xfrm>
            <a:off x="784769" y="35316"/>
            <a:ext cx="9824236" cy="584775"/>
          </a:xfrm>
          <a:prstGeom prst="rect">
            <a:avLst/>
          </a:prstGeom>
          <a:noFill/>
        </p:spPr>
        <p:txBody>
          <a:bodyPr wrap="square">
            <a:spAutoFit/>
          </a:bodyPr>
          <a:lstStyle/>
          <a:p>
            <a:pPr algn="ctr"/>
            <a:r>
              <a:rPr lang="en-US" sz="3200" b="1" dirty="0">
                <a:latin typeface="+mj-lt"/>
              </a:rPr>
              <a:t>Random Forest Classifier - Feature Importances</a:t>
            </a:r>
          </a:p>
        </p:txBody>
      </p:sp>
      <p:sp>
        <p:nvSpPr>
          <p:cNvPr id="5" name="TextBox 4">
            <a:extLst>
              <a:ext uri="{FF2B5EF4-FFF2-40B4-BE49-F238E27FC236}">
                <a16:creationId xmlns:a16="http://schemas.microsoft.com/office/drawing/2014/main" id="{072A36FB-E5D1-0C3A-B472-8CBCC2D9935D}"/>
              </a:ext>
            </a:extLst>
          </p:cNvPr>
          <p:cNvSpPr txBox="1"/>
          <p:nvPr/>
        </p:nvSpPr>
        <p:spPr>
          <a:xfrm>
            <a:off x="50240" y="913374"/>
            <a:ext cx="6262070" cy="5909310"/>
          </a:xfrm>
          <a:prstGeom prst="rect">
            <a:avLst/>
          </a:prstGeom>
          <a:solidFill>
            <a:schemeClr val="accent2"/>
          </a:solidFill>
          <a:ln>
            <a:solidFill>
              <a:schemeClr val="tx1"/>
            </a:solidFill>
          </a:ln>
        </p:spPr>
        <p:txBody>
          <a:bodyPr wrap="square">
            <a:spAutoFit/>
          </a:bodyPr>
          <a:lstStyle/>
          <a:p>
            <a:pPr marL="285750" indent="-285750">
              <a:buFont typeface="Wingdings" panose="05000000000000000000" pitchFamily="2" charset="2"/>
              <a:buChar char="Ø"/>
            </a:pPr>
            <a:r>
              <a:rPr lang="en-US" dirty="0"/>
              <a:t>The top 3 attributes affecting the tuned Random Forest model’s visa approval predictions are:</a:t>
            </a:r>
          </a:p>
          <a:p>
            <a:endParaRPr lang="en-US" dirty="0"/>
          </a:p>
          <a:p>
            <a:pPr lvl="1"/>
            <a:r>
              <a:rPr lang="en-US" dirty="0"/>
              <a:t>1</a:t>
            </a:r>
            <a:r>
              <a:rPr lang="en-US" b="1" dirty="0"/>
              <a:t>. </a:t>
            </a:r>
            <a:r>
              <a:rPr lang="en-US" b="1" dirty="0" err="1"/>
              <a:t>education_of_employee_High</a:t>
            </a:r>
            <a:r>
              <a:rPr lang="en-US" b="1" dirty="0"/>
              <a:t> School</a:t>
            </a:r>
            <a:r>
              <a:rPr lang="en-US" dirty="0"/>
              <a:t>: This is a </a:t>
            </a:r>
          </a:p>
          <a:p>
            <a:pPr lvl="1"/>
            <a:r>
              <a:rPr lang="en-US" dirty="0"/>
              <a:t>categorical feature in the Random Forest model indicating the employee's education level to be high school.</a:t>
            </a:r>
          </a:p>
          <a:p>
            <a:pPr lvl="1"/>
            <a:endParaRPr lang="en-US" dirty="0"/>
          </a:p>
          <a:p>
            <a:pPr lvl="1"/>
            <a:r>
              <a:rPr lang="en-US" dirty="0"/>
              <a:t>2. </a:t>
            </a:r>
            <a:r>
              <a:rPr lang="en-US" b="1" dirty="0" err="1"/>
              <a:t>prevailing_wage</a:t>
            </a:r>
            <a:r>
              <a:rPr lang="en-US" dirty="0"/>
              <a:t>: Average wage paid to similarly </a:t>
            </a:r>
          </a:p>
          <a:p>
            <a:pPr lvl="1"/>
            <a:r>
              <a:rPr lang="en-US" dirty="0"/>
              <a:t>employed workers in a specific occupation in the area </a:t>
            </a:r>
          </a:p>
          <a:p>
            <a:pPr lvl="1"/>
            <a:r>
              <a:rPr lang="en-US" dirty="0"/>
              <a:t>of intended employment. </a:t>
            </a:r>
          </a:p>
          <a:p>
            <a:pPr lvl="1"/>
            <a:endParaRPr lang="en-US" dirty="0"/>
          </a:p>
          <a:p>
            <a:pPr lvl="1"/>
            <a:r>
              <a:rPr lang="en-US" dirty="0"/>
              <a:t>3. </a:t>
            </a:r>
            <a:r>
              <a:rPr lang="en-US" b="1" dirty="0" err="1"/>
              <a:t>has_job_experience_Y</a:t>
            </a:r>
            <a:r>
              <a:rPr lang="en-US" dirty="0"/>
              <a:t>: This variable indicates </a:t>
            </a:r>
          </a:p>
          <a:p>
            <a:pPr lvl="1"/>
            <a:r>
              <a:rPr lang="en-US" dirty="0"/>
              <a:t>that the employee holds prior job experience.</a:t>
            </a:r>
          </a:p>
          <a:p>
            <a:pPr lvl="1"/>
            <a:endParaRPr lang="en-US" dirty="0"/>
          </a:p>
          <a:p>
            <a:pPr marL="285750" indent="-285750">
              <a:buFont typeface="Wingdings" panose="05000000000000000000" pitchFamily="2" charset="2"/>
              <a:buChar char="Ø"/>
            </a:pPr>
            <a:r>
              <a:rPr lang="en-US" dirty="0"/>
              <a:t>While other attributes may impact model performance, the above features are more likely the key determinants of visa application approval or denial.</a:t>
            </a:r>
          </a:p>
        </p:txBody>
      </p:sp>
      <p:pic>
        <p:nvPicPr>
          <p:cNvPr id="2" name="Picture 1">
            <a:extLst>
              <a:ext uri="{FF2B5EF4-FFF2-40B4-BE49-F238E27FC236}">
                <a16:creationId xmlns:a16="http://schemas.microsoft.com/office/drawing/2014/main" id="{372D06C8-0E0B-4162-9C96-DE4F21568200}"/>
              </a:ext>
            </a:extLst>
          </p:cNvPr>
          <p:cNvPicPr>
            <a:picLocks noChangeAspect="1"/>
          </p:cNvPicPr>
          <p:nvPr/>
        </p:nvPicPr>
        <p:blipFill>
          <a:blip r:embed="rId2"/>
          <a:stretch>
            <a:fillRect/>
          </a:stretch>
        </p:blipFill>
        <p:spPr>
          <a:xfrm>
            <a:off x="50240" y="6672711"/>
            <a:ext cx="1250718" cy="149973"/>
          </a:xfrm>
          <a:prstGeom prst="rect">
            <a:avLst/>
          </a:prstGeom>
        </p:spPr>
      </p:pic>
      <p:pic>
        <p:nvPicPr>
          <p:cNvPr id="6" name="Picture 5">
            <a:extLst>
              <a:ext uri="{FF2B5EF4-FFF2-40B4-BE49-F238E27FC236}">
                <a16:creationId xmlns:a16="http://schemas.microsoft.com/office/drawing/2014/main" id="{D92385F3-64FA-15C9-CB55-E1C1270D8ED7}"/>
              </a:ext>
            </a:extLst>
          </p:cNvPr>
          <p:cNvPicPr>
            <a:picLocks noChangeAspect="1"/>
          </p:cNvPicPr>
          <p:nvPr/>
        </p:nvPicPr>
        <p:blipFill>
          <a:blip r:embed="rId3"/>
          <a:stretch>
            <a:fillRect/>
          </a:stretch>
        </p:blipFill>
        <p:spPr>
          <a:xfrm>
            <a:off x="6385057" y="1058974"/>
            <a:ext cx="5806943" cy="4740051"/>
          </a:xfrm>
          <a:prstGeom prst="rect">
            <a:avLst/>
          </a:prstGeom>
        </p:spPr>
      </p:pic>
    </p:spTree>
    <p:extLst>
      <p:ext uri="{BB962C8B-B14F-4D97-AF65-F5344CB8AC3E}">
        <p14:creationId xmlns:p14="http://schemas.microsoft.com/office/powerpoint/2010/main" val="3272106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1E5CAEB-3698-58D5-E964-3B2E912B7BEB}"/>
            </a:ext>
          </a:extLst>
        </p:cNvPr>
        <p:cNvGrpSpPr/>
        <p:nvPr/>
      </p:nvGrpSpPr>
      <p:grpSpPr>
        <a:xfrm>
          <a:off x="0" y="0"/>
          <a:ext cx="0" cy="0"/>
          <a:chOff x="0" y="0"/>
          <a:chExt cx="0" cy="0"/>
        </a:xfrm>
      </p:grpSpPr>
      <p:pic>
        <p:nvPicPr>
          <p:cNvPr id="75" name="Picture 74">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6" name="Picture 75">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7" name="Oval 76">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8" name="Picture 77">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9" name="Picture 78">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80" name="Rectangle 79">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extBox 1">
            <a:extLst>
              <a:ext uri="{FF2B5EF4-FFF2-40B4-BE49-F238E27FC236}">
                <a16:creationId xmlns:a16="http://schemas.microsoft.com/office/drawing/2014/main" id="{F7DFB45B-EB0C-2987-9F74-51E8989147F6}"/>
              </a:ext>
            </a:extLst>
          </p:cNvPr>
          <p:cNvSpPr txBox="1"/>
          <p:nvPr/>
        </p:nvSpPr>
        <p:spPr>
          <a:xfrm>
            <a:off x="761206" y="76200"/>
            <a:ext cx="9404723" cy="627185"/>
          </a:xfrm>
          <a:prstGeom prst="rect">
            <a:avLst/>
          </a:prstGeom>
        </p:spPr>
        <p:txBody>
          <a:bodyPr vert="horz" lIns="91440" tIns="45720" rIns="91440" bIns="45720" rtlCol="0" anchor="t">
            <a:normAutofit/>
          </a:bodyPr>
          <a:lstStyle/>
          <a:p>
            <a:pPr algn="ctr">
              <a:spcBef>
                <a:spcPct val="0"/>
              </a:spcBef>
              <a:spcAft>
                <a:spcPts val="600"/>
              </a:spcAft>
            </a:pPr>
            <a:r>
              <a:rPr lang="en-US" sz="3200" b="1" dirty="0">
                <a:solidFill>
                  <a:schemeClr val="tx2"/>
                </a:solidFill>
                <a:latin typeface="+mj-lt"/>
                <a:ea typeface="+mj-ea"/>
                <a:cs typeface="+mj-cs"/>
              </a:rPr>
              <a:t>Actionable Insights</a:t>
            </a:r>
          </a:p>
        </p:txBody>
      </p:sp>
      <p:pic>
        <p:nvPicPr>
          <p:cNvPr id="3" name="Picture 2">
            <a:extLst>
              <a:ext uri="{FF2B5EF4-FFF2-40B4-BE49-F238E27FC236}">
                <a16:creationId xmlns:a16="http://schemas.microsoft.com/office/drawing/2014/main" id="{2C991013-5339-1613-5164-E31A3CB7B9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8646574D-54C7-C32A-323E-73124A90EAED}"/>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81" name="TextBox 7">
            <a:extLst>
              <a:ext uri="{FF2B5EF4-FFF2-40B4-BE49-F238E27FC236}">
                <a16:creationId xmlns:a16="http://schemas.microsoft.com/office/drawing/2014/main" id="{F0EC0C05-F15D-91D2-F188-FC86C1445FB2}"/>
              </a:ext>
            </a:extLst>
          </p:cNvPr>
          <p:cNvGraphicFramePr/>
          <p:nvPr>
            <p:extLst>
              <p:ext uri="{D42A27DB-BD31-4B8C-83A1-F6EECF244321}">
                <p14:modId xmlns:p14="http://schemas.microsoft.com/office/powerpoint/2010/main" val="3135860795"/>
              </p:ext>
            </p:extLst>
          </p:nvPr>
        </p:nvGraphicFramePr>
        <p:xfrm>
          <a:off x="341644" y="1141408"/>
          <a:ext cx="11424976" cy="549598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389629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B92F6F25-D1E2-679E-D8CA-EE58AD54918A}"/>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F1B8F9CB-890B-4CB8-B503-188A763E2F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1" name="Picture 30">
            <a:extLst>
              <a:ext uri="{FF2B5EF4-FFF2-40B4-BE49-F238E27FC236}">
                <a16:creationId xmlns:a16="http://schemas.microsoft.com/office/drawing/2014/main" id="{AA632AB4-3837-4FD0-8B62-0A18B573F4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C393B4A7-6ABF-423D-A762-3CDB4897A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9CD2319A-6FA9-4EFB-9EDF-7304467425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7" name="Picture 36">
            <a:extLst>
              <a:ext uri="{FF2B5EF4-FFF2-40B4-BE49-F238E27FC236}">
                <a16:creationId xmlns:a16="http://schemas.microsoft.com/office/drawing/2014/main" id="{D1692A93-3514-4486-8B67-CCA4E0259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9" name="Rectangle 38">
            <a:extLst>
              <a:ext uri="{FF2B5EF4-FFF2-40B4-BE49-F238E27FC236}">
                <a16:creationId xmlns:a16="http://schemas.microsoft.com/office/drawing/2014/main" id="{01AD250C-F2EA-449F-9B14-DF5BB674C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extBox 1">
            <a:extLst>
              <a:ext uri="{FF2B5EF4-FFF2-40B4-BE49-F238E27FC236}">
                <a16:creationId xmlns:a16="http://schemas.microsoft.com/office/drawing/2014/main" id="{67A257F5-8DF8-465F-46B5-524A92B7BDB6}"/>
              </a:ext>
            </a:extLst>
          </p:cNvPr>
          <p:cNvSpPr txBox="1"/>
          <p:nvPr/>
        </p:nvSpPr>
        <p:spPr>
          <a:xfrm>
            <a:off x="880776" y="0"/>
            <a:ext cx="9404723" cy="667657"/>
          </a:xfrm>
          <a:prstGeom prst="rect">
            <a:avLst/>
          </a:prstGeom>
        </p:spPr>
        <p:txBody>
          <a:bodyPr vert="horz" lIns="91440" tIns="45720" rIns="91440" bIns="45720" rtlCol="0" anchor="t">
            <a:normAutofit/>
          </a:bodyPr>
          <a:lstStyle/>
          <a:p>
            <a:pPr algn="ctr">
              <a:spcBef>
                <a:spcPct val="0"/>
              </a:spcBef>
              <a:spcAft>
                <a:spcPts val="600"/>
              </a:spcAft>
            </a:pPr>
            <a:r>
              <a:rPr lang="en-US" sz="3200" b="1" dirty="0">
                <a:solidFill>
                  <a:schemeClr val="tx2"/>
                </a:solidFill>
                <a:latin typeface="+mj-lt"/>
                <a:ea typeface="+mj-ea"/>
                <a:cs typeface="+mj-cs"/>
              </a:rPr>
              <a:t>Recommendations</a:t>
            </a:r>
          </a:p>
        </p:txBody>
      </p:sp>
      <p:pic>
        <p:nvPicPr>
          <p:cNvPr id="3" name="Picture 2">
            <a:extLst>
              <a:ext uri="{FF2B5EF4-FFF2-40B4-BE49-F238E27FC236}">
                <a16:creationId xmlns:a16="http://schemas.microsoft.com/office/drawing/2014/main" id="{E1BE3962-238E-9581-CE4F-49C490EDB3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C47DF43B-A62A-093F-DC40-9C6AC44C42E6}"/>
              </a:ext>
            </a:extLst>
          </p:cNvPr>
          <p:cNvPicPr>
            <a:picLocks noChangeAspect="1"/>
          </p:cNvPicPr>
          <p:nvPr/>
        </p:nvPicPr>
        <p:blipFill>
          <a:blip r:embed="rId8"/>
          <a:stretch>
            <a:fillRect/>
          </a:stretch>
        </p:blipFill>
        <p:spPr>
          <a:xfrm>
            <a:off x="50240" y="6672711"/>
            <a:ext cx="1250718" cy="149973"/>
          </a:xfrm>
          <a:prstGeom prst="rect">
            <a:avLst/>
          </a:prstGeom>
        </p:spPr>
      </p:pic>
      <p:graphicFrame>
        <p:nvGraphicFramePr>
          <p:cNvPr id="10" name="TextBox 7">
            <a:extLst>
              <a:ext uri="{FF2B5EF4-FFF2-40B4-BE49-F238E27FC236}">
                <a16:creationId xmlns:a16="http://schemas.microsoft.com/office/drawing/2014/main" id="{2E323ED0-1735-8DC7-9AC2-7F7FC4D3FDEE}"/>
              </a:ext>
            </a:extLst>
          </p:cNvPr>
          <p:cNvGraphicFramePr/>
          <p:nvPr>
            <p:extLst>
              <p:ext uri="{D42A27DB-BD31-4B8C-83A1-F6EECF244321}">
                <p14:modId xmlns:p14="http://schemas.microsoft.com/office/powerpoint/2010/main" val="612721327"/>
              </p:ext>
            </p:extLst>
          </p:nvPr>
        </p:nvGraphicFramePr>
        <p:xfrm>
          <a:off x="199454" y="904568"/>
          <a:ext cx="11793091" cy="550071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694200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58A7B63E-6280-3238-436F-0B5080B9FB2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a:extLst>
              <a:ext uri="{FF2B5EF4-FFF2-40B4-BE49-F238E27FC236}">
                <a16:creationId xmlns:a16="http://schemas.microsoft.com/office/drawing/2014/main" id="{95B769E7-A8CB-62DA-E18E-B482B0F932C5}"/>
              </a:ext>
            </a:extLst>
          </p:cNvPr>
          <p:cNvSpPr txBox="1"/>
          <p:nvPr/>
        </p:nvSpPr>
        <p:spPr>
          <a:xfrm>
            <a:off x="1154955" y="1447800"/>
            <a:ext cx="6974915" cy="3329581"/>
          </a:xfrm>
          <a:prstGeom prst="rect">
            <a:avLst/>
          </a:prstGeom>
        </p:spPr>
        <p:txBody>
          <a:bodyPr vert="horz" lIns="91440" tIns="45720" rIns="91440" bIns="45720" rtlCol="0" anchor="b">
            <a:normAutofit/>
          </a:bodyPr>
          <a:lstStyle/>
          <a:p>
            <a:pPr>
              <a:spcBef>
                <a:spcPct val="0"/>
              </a:spcBef>
              <a:spcAft>
                <a:spcPts val="600"/>
              </a:spcAft>
            </a:pPr>
            <a:r>
              <a:rPr lang="en-US" sz="7200" b="1" i="0" kern="1200" dirty="0">
                <a:solidFill>
                  <a:schemeClr val="tx2"/>
                </a:solidFill>
                <a:latin typeface="+mj-lt"/>
                <a:ea typeface="+mj-ea"/>
                <a:cs typeface="+mj-cs"/>
              </a:rPr>
              <a:t>Appendix</a:t>
            </a:r>
          </a:p>
        </p:txBody>
      </p:sp>
      <p:sp>
        <p:nvSpPr>
          <p:cNvPr id="25" name="Rectangle 24">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6F796166-EA8D-2185-8EC5-4F91496ED1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5BCC149D-3949-5FE1-D25A-EB7FE959FF96}"/>
              </a:ext>
            </a:extLst>
          </p:cNvPr>
          <p:cNvPicPr>
            <a:picLocks noChangeAspect="1"/>
          </p:cNvPicPr>
          <p:nvPr/>
        </p:nvPicPr>
        <p:blipFill>
          <a:blip r:embed="rId7"/>
          <a:stretch>
            <a:fillRect/>
          </a:stretch>
        </p:blipFill>
        <p:spPr>
          <a:xfrm>
            <a:off x="50240" y="6672711"/>
            <a:ext cx="1250718" cy="149973"/>
          </a:xfrm>
          <a:prstGeom prst="rect">
            <a:avLst/>
          </a:prstGeom>
        </p:spPr>
      </p:pic>
    </p:spTree>
    <p:extLst>
      <p:ext uri="{BB962C8B-B14F-4D97-AF65-F5344CB8AC3E}">
        <p14:creationId xmlns:p14="http://schemas.microsoft.com/office/powerpoint/2010/main" val="2723567413"/>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467D-81CD-F5BA-0E41-9A16C78BDB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797A26-B8B6-17F1-CD93-85B70B30C059}"/>
              </a:ext>
            </a:extLst>
          </p:cNvPr>
          <p:cNvSpPr txBox="1"/>
          <p:nvPr/>
        </p:nvSpPr>
        <p:spPr>
          <a:xfrm>
            <a:off x="412739" y="35316"/>
            <a:ext cx="11602280" cy="584775"/>
          </a:xfrm>
          <a:prstGeom prst="rect">
            <a:avLst/>
          </a:prstGeom>
          <a:noFill/>
        </p:spPr>
        <p:txBody>
          <a:bodyPr wrap="square">
            <a:spAutoFit/>
          </a:bodyPr>
          <a:lstStyle/>
          <a:p>
            <a:pPr algn="ctr"/>
            <a:r>
              <a:rPr lang="en-US" sz="3200" b="1" dirty="0">
                <a:latin typeface="+mj-lt"/>
              </a:rPr>
              <a:t>Data Overview</a:t>
            </a:r>
          </a:p>
        </p:txBody>
      </p:sp>
      <p:sp>
        <p:nvSpPr>
          <p:cNvPr id="8" name="TextBox 7">
            <a:extLst>
              <a:ext uri="{FF2B5EF4-FFF2-40B4-BE49-F238E27FC236}">
                <a16:creationId xmlns:a16="http://schemas.microsoft.com/office/drawing/2014/main" id="{86D4A541-81E8-2007-2F27-2C48147F82A4}"/>
              </a:ext>
            </a:extLst>
          </p:cNvPr>
          <p:cNvSpPr txBox="1"/>
          <p:nvPr/>
        </p:nvSpPr>
        <p:spPr>
          <a:xfrm>
            <a:off x="176980" y="908376"/>
            <a:ext cx="9930581" cy="1077218"/>
          </a:xfrm>
          <a:prstGeom prst="rect">
            <a:avLst/>
          </a:prstGeom>
          <a:solidFill>
            <a:schemeClr val="accent2"/>
          </a:solidFill>
          <a:ln>
            <a:solidFill>
              <a:schemeClr val="tx1"/>
            </a:solidFill>
          </a:ln>
        </p:spPr>
        <p:txBody>
          <a:bodyPr wrap="square">
            <a:spAutoFit/>
          </a:bodyPr>
          <a:lstStyle/>
          <a:p>
            <a:pPr marL="285750" indent="-285750">
              <a:spcBef>
                <a:spcPts val="600"/>
              </a:spcBef>
              <a:buFont typeface="Wingdings" panose="05000000000000000000" pitchFamily="2" charset="2"/>
              <a:buChar char="Ø"/>
            </a:pPr>
            <a:r>
              <a:rPr lang="en-US" dirty="0"/>
              <a:t>The dataset has </a:t>
            </a:r>
            <a:r>
              <a:rPr lang="en-US" b="1" dirty="0"/>
              <a:t>25480</a:t>
            </a:r>
            <a:r>
              <a:rPr lang="en-US" dirty="0"/>
              <a:t> </a:t>
            </a:r>
            <a:r>
              <a:rPr lang="en-US" b="1" dirty="0"/>
              <a:t>rows</a:t>
            </a:r>
            <a:r>
              <a:rPr lang="en-US" dirty="0"/>
              <a:t> and </a:t>
            </a:r>
            <a:r>
              <a:rPr lang="en-US" b="1" dirty="0"/>
              <a:t>12 columns</a:t>
            </a:r>
          </a:p>
          <a:p>
            <a:pPr marL="285750" indent="-285750">
              <a:spcBef>
                <a:spcPts val="600"/>
              </a:spcBef>
              <a:buFont typeface="Wingdings" panose="05000000000000000000" pitchFamily="2" charset="2"/>
              <a:buChar char="Ø"/>
            </a:pPr>
            <a:r>
              <a:rPr lang="en-US" dirty="0"/>
              <a:t>The dataset does not have any null or duplicate values.</a:t>
            </a:r>
          </a:p>
          <a:p>
            <a:pPr marL="285750" indent="-285750">
              <a:spcBef>
                <a:spcPts val="600"/>
              </a:spcBef>
              <a:buFont typeface="Wingdings" panose="05000000000000000000" pitchFamily="2" charset="2"/>
              <a:buChar char="Ø"/>
            </a:pPr>
            <a:r>
              <a:rPr lang="en-US" dirty="0"/>
              <a:t>The datatypes of the different columns of the dataset are given below:</a:t>
            </a:r>
          </a:p>
        </p:txBody>
      </p:sp>
      <p:pic>
        <p:nvPicPr>
          <p:cNvPr id="3" name="Picture 2">
            <a:extLst>
              <a:ext uri="{FF2B5EF4-FFF2-40B4-BE49-F238E27FC236}">
                <a16:creationId xmlns:a16="http://schemas.microsoft.com/office/drawing/2014/main" id="{5881C085-2224-541C-C687-C8977CFF8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FB6A5909-FB88-8CBD-1E84-4A3431E9B3C7}"/>
              </a:ext>
            </a:extLst>
          </p:cNvPr>
          <p:cNvPicPr>
            <a:picLocks noChangeAspect="1"/>
          </p:cNvPicPr>
          <p:nvPr/>
        </p:nvPicPr>
        <p:blipFill>
          <a:blip r:embed="rId3"/>
          <a:stretch>
            <a:fillRect/>
          </a:stretch>
        </p:blipFill>
        <p:spPr>
          <a:xfrm>
            <a:off x="50240" y="6672711"/>
            <a:ext cx="1250718" cy="149973"/>
          </a:xfrm>
          <a:prstGeom prst="rect">
            <a:avLst/>
          </a:prstGeom>
        </p:spPr>
      </p:pic>
      <p:sp>
        <p:nvSpPr>
          <p:cNvPr id="5" name="TextBox 4">
            <a:extLst>
              <a:ext uri="{FF2B5EF4-FFF2-40B4-BE49-F238E27FC236}">
                <a16:creationId xmlns:a16="http://schemas.microsoft.com/office/drawing/2014/main" id="{FAA67F6D-826E-983B-2A18-155288B52066}"/>
              </a:ext>
            </a:extLst>
          </p:cNvPr>
          <p:cNvSpPr txBox="1"/>
          <p:nvPr/>
        </p:nvSpPr>
        <p:spPr>
          <a:xfrm>
            <a:off x="176980" y="5307208"/>
            <a:ext cx="10972802" cy="646331"/>
          </a:xfrm>
          <a:prstGeom prst="rect">
            <a:avLst/>
          </a:prstGeom>
          <a:solidFill>
            <a:schemeClr val="accent3"/>
          </a:solidFill>
          <a:ln>
            <a:solidFill>
              <a:schemeClr val="tx1"/>
            </a:solidFill>
          </a:ln>
        </p:spPr>
        <p:txBody>
          <a:bodyPr wrap="square">
            <a:spAutoFit/>
          </a:bodyPr>
          <a:lstStyle/>
          <a:p>
            <a:pPr marL="285750" indent="-285750">
              <a:spcBef>
                <a:spcPts val="600"/>
              </a:spcBef>
              <a:buFont typeface="Wingdings" panose="05000000000000000000" pitchFamily="2" charset="2"/>
              <a:buChar char="Ø"/>
            </a:pPr>
            <a:r>
              <a:rPr lang="en-US" dirty="0"/>
              <a:t>The </a:t>
            </a:r>
            <a:r>
              <a:rPr lang="en-US" dirty="0" err="1"/>
              <a:t>case_id</a:t>
            </a:r>
            <a:r>
              <a:rPr lang="en-US" dirty="0"/>
              <a:t> contains unique identifiers for each row. This column is dropped from the data as it is not useful for any model building or EDA processes.</a:t>
            </a:r>
          </a:p>
        </p:txBody>
      </p:sp>
      <p:pic>
        <p:nvPicPr>
          <p:cNvPr id="9" name="Picture 8">
            <a:extLst>
              <a:ext uri="{FF2B5EF4-FFF2-40B4-BE49-F238E27FC236}">
                <a16:creationId xmlns:a16="http://schemas.microsoft.com/office/drawing/2014/main" id="{F93F46B8-196C-8F22-0DFF-2B3D617E8C8F}"/>
              </a:ext>
            </a:extLst>
          </p:cNvPr>
          <p:cNvPicPr>
            <a:picLocks noChangeAspect="1"/>
          </p:cNvPicPr>
          <p:nvPr/>
        </p:nvPicPr>
        <p:blipFill>
          <a:blip r:embed="rId4"/>
          <a:stretch>
            <a:fillRect/>
          </a:stretch>
        </p:blipFill>
        <p:spPr>
          <a:xfrm>
            <a:off x="4188542" y="2273879"/>
            <a:ext cx="3408203" cy="2572991"/>
          </a:xfrm>
          <a:prstGeom prst="rect">
            <a:avLst/>
          </a:prstGeom>
        </p:spPr>
      </p:pic>
    </p:spTree>
    <p:extLst>
      <p:ext uri="{BB962C8B-B14F-4D97-AF65-F5344CB8AC3E}">
        <p14:creationId xmlns:p14="http://schemas.microsoft.com/office/powerpoint/2010/main" val="3063421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CF71-BDC0-C1AB-2D2C-CA708D59AC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099CAC-FE17-2755-CEB5-5C58DA05C7CA}"/>
              </a:ext>
            </a:extLst>
          </p:cNvPr>
          <p:cNvSpPr txBox="1"/>
          <p:nvPr/>
        </p:nvSpPr>
        <p:spPr>
          <a:xfrm>
            <a:off x="412739" y="35316"/>
            <a:ext cx="11602280" cy="584775"/>
          </a:xfrm>
          <a:prstGeom prst="rect">
            <a:avLst/>
          </a:prstGeom>
          <a:noFill/>
        </p:spPr>
        <p:txBody>
          <a:bodyPr wrap="square">
            <a:spAutoFit/>
          </a:bodyPr>
          <a:lstStyle/>
          <a:p>
            <a:pPr algn="ctr"/>
            <a:r>
              <a:rPr lang="en-US" sz="3200" b="1" dirty="0">
                <a:latin typeface="+mj-lt"/>
              </a:rPr>
              <a:t>Data Overview</a:t>
            </a:r>
          </a:p>
        </p:txBody>
      </p:sp>
      <p:sp>
        <p:nvSpPr>
          <p:cNvPr id="8" name="TextBox 7">
            <a:extLst>
              <a:ext uri="{FF2B5EF4-FFF2-40B4-BE49-F238E27FC236}">
                <a16:creationId xmlns:a16="http://schemas.microsoft.com/office/drawing/2014/main" id="{9E0E1A59-406D-DA5E-0A80-DE68783B2973}"/>
              </a:ext>
            </a:extLst>
          </p:cNvPr>
          <p:cNvSpPr txBox="1"/>
          <p:nvPr/>
        </p:nvSpPr>
        <p:spPr>
          <a:xfrm>
            <a:off x="412739" y="1203344"/>
            <a:ext cx="11098945" cy="455189"/>
          </a:xfrm>
          <a:prstGeom prst="rect">
            <a:avLst/>
          </a:prstGeom>
          <a:solidFill>
            <a:schemeClr val="accent4"/>
          </a:solidFill>
          <a:ln>
            <a:solidFill>
              <a:schemeClr val="tx1"/>
            </a:solidFill>
          </a:ln>
        </p:spPr>
        <p:txBody>
          <a:bodyPr wrap="square">
            <a:spAutoFit/>
          </a:bodyPr>
          <a:lstStyle/>
          <a:p>
            <a:pPr marL="285750" indent="-285750">
              <a:lnSpc>
                <a:spcPct val="150000"/>
              </a:lnSpc>
              <a:spcBef>
                <a:spcPts val="600"/>
              </a:spcBef>
              <a:buFont typeface="Wingdings" panose="05000000000000000000" pitchFamily="2" charset="2"/>
              <a:buChar char="Ø"/>
            </a:pPr>
            <a:r>
              <a:rPr lang="en-US" dirty="0"/>
              <a:t> The statistical description of the numerical columns of the dataset is given below.</a:t>
            </a:r>
          </a:p>
        </p:txBody>
      </p:sp>
      <p:pic>
        <p:nvPicPr>
          <p:cNvPr id="3" name="Picture 2">
            <a:extLst>
              <a:ext uri="{FF2B5EF4-FFF2-40B4-BE49-F238E27FC236}">
                <a16:creationId xmlns:a16="http://schemas.microsoft.com/office/drawing/2014/main" id="{A7B551E4-99A0-1DC6-31EC-634381EA0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8DCDFCF1-2438-33B7-E6A4-D5C92226BF81}"/>
              </a:ext>
            </a:extLst>
          </p:cNvPr>
          <p:cNvPicPr>
            <a:picLocks noChangeAspect="1"/>
          </p:cNvPicPr>
          <p:nvPr/>
        </p:nvPicPr>
        <p:blipFill>
          <a:blip r:embed="rId3"/>
          <a:stretch>
            <a:fillRect/>
          </a:stretch>
        </p:blipFill>
        <p:spPr>
          <a:xfrm>
            <a:off x="50240" y="6672711"/>
            <a:ext cx="1250718" cy="149973"/>
          </a:xfrm>
          <a:prstGeom prst="rect">
            <a:avLst/>
          </a:prstGeom>
        </p:spPr>
      </p:pic>
      <p:pic>
        <p:nvPicPr>
          <p:cNvPr id="7" name="Picture 6">
            <a:extLst>
              <a:ext uri="{FF2B5EF4-FFF2-40B4-BE49-F238E27FC236}">
                <a16:creationId xmlns:a16="http://schemas.microsoft.com/office/drawing/2014/main" id="{87F00392-1F0D-77C7-CFC9-C99CE8FBBB8C}"/>
              </a:ext>
            </a:extLst>
          </p:cNvPr>
          <p:cNvPicPr>
            <a:picLocks noChangeAspect="1"/>
          </p:cNvPicPr>
          <p:nvPr/>
        </p:nvPicPr>
        <p:blipFill>
          <a:blip r:embed="rId4"/>
          <a:stretch>
            <a:fillRect/>
          </a:stretch>
        </p:blipFill>
        <p:spPr>
          <a:xfrm>
            <a:off x="857609" y="2358296"/>
            <a:ext cx="10418316" cy="3632193"/>
          </a:xfrm>
          <a:prstGeom prst="rect">
            <a:avLst/>
          </a:prstGeom>
        </p:spPr>
      </p:pic>
    </p:spTree>
    <p:extLst>
      <p:ext uri="{BB962C8B-B14F-4D97-AF65-F5344CB8AC3E}">
        <p14:creationId xmlns:p14="http://schemas.microsoft.com/office/powerpoint/2010/main" val="1653399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FAAD-5F60-A2FA-DE73-E684F82BA6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148E3-48C3-4A86-2C1C-350B0A87D0EF}"/>
              </a:ext>
            </a:extLst>
          </p:cNvPr>
          <p:cNvSpPr txBox="1"/>
          <p:nvPr/>
        </p:nvSpPr>
        <p:spPr>
          <a:xfrm>
            <a:off x="412739" y="35316"/>
            <a:ext cx="11602280" cy="584775"/>
          </a:xfrm>
          <a:prstGeom prst="rect">
            <a:avLst/>
          </a:prstGeom>
          <a:noFill/>
        </p:spPr>
        <p:txBody>
          <a:bodyPr wrap="square">
            <a:spAutoFit/>
          </a:bodyPr>
          <a:lstStyle/>
          <a:p>
            <a:pPr algn="ctr"/>
            <a:r>
              <a:rPr lang="en-US" sz="3200" b="1" dirty="0">
                <a:latin typeface="+mj-lt"/>
              </a:rPr>
              <a:t>Data Overview</a:t>
            </a:r>
          </a:p>
        </p:txBody>
      </p:sp>
      <p:sp>
        <p:nvSpPr>
          <p:cNvPr id="8" name="TextBox 7">
            <a:extLst>
              <a:ext uri="{FF2B5EF4-FFF2-40B4-BE49-F238E27FC236}">
                <a16:creationId xmlns:a16="http://schemas.microsoft.com/office/drawing/2014/main" id="{8A24AFE8-8138-B127-09EB-9BF6096CE947}"/>
              </a:ext>
            </a:extLst>
          </p:cNvPr>
          <p:cNvSpPr txBox="1"/>
          <p:nvPr/>
        </p:nvSpPr>
        <p:spPr>
          <a:xfrm>
            <a:off x="412739" y="1203344"/>
            <a:ext cx="11098945" cy="3286734"/>
          </a:xfrm>
          <a:prstGeom prst="rect">
            <a:avLst/>
          </a:prstGeom>
          <a:solidFill>
            <a:schemeClr val="accent2"/>
          </a:solidFill>
          <a:ln>
            <a:solidFill>
              <a:schemeClr val="tx1"/>
            </a:solidFill>
          </a:ln>
        </p:spPr>
        <p:txBody>
          <a:bodyPr wrap="square">
            <a:spAutoFit/>
          </a:bodyPr>
          <a:lstStyle/>
          <a:p>
            <a:pPr marL="285750" indent="-285750">
              <a:lnSpc>
                <a:spcPct val="150000"/>
              </a:lnSpc>
              <a:spcBef>
                <a:spcPts val="600"/>
              </a:spcBef>
              <a:buFont typeface="Wingdings" panose="05000000000000000000" pitchFamily="2" charset="2"/>
              <a:buChar char="Ø"/>
            </a:pPr>
            <a:r>
              <a:rPr lang="en-US" dirty="0"/>
              <a:t>From the descriptive statistics, we can conclude that:</a:t>
            </a:r>
          </a:p>
          <a:p>
            <a:pPr marL="285750" indent="-285750">
              <a:spcBef>
                <a:spcPts val="1200"/>
              </a:spcBef>
              <a:buFont typeface="Wingdings" panose="05000000000000000000" pitchFamily="2" charset="2"/>
              <a:buChar char="Ø"/>
            </a:pPr>
            <a:r>
              <a:rPr lang="en-US" dirty="0"/>
              <a:t>The range of the number of employees in a company is huge. There are some anomalies in the data, as it was observed that the minimum number of employees is equal to -26, which is not possible. Hence, it needs fixing with absolute values.</a:t>
            </a:r>
          </a:p>
          <a:p>
            <a:pPr marL="285750" indent="-285750">
              <a:lnSpc>
                <a:spcPct val="150000"/>
              </a:lnSpc>
              <a:spcBef>
                <a:spcPts val="1200"/>
              </a:spcBef>
              <a:buFont typeface="Wingdings" panose="05000000000000000000" pitchFamily="2" charset="2"/>
              <a:buChar char="Ø"/>
            </a:pPr>
            <a:r>
              <a:rPr lang="en-US" dirty="0"/>
              <a:t>The year of establishment of companies ranges from 1800 to 2016, which seems fine.</a:t>
            </a:r>
          </a:p>
          <a:p>
            <a:pPr marL="285750" indent="-285750">
              <a:spcBef>
                <a:spcPts val="1200"/>
              </a:spcBef>
              <a:buFont typeface="Wingdings" panose="05000000000000000000" pitchFamily="2" charset="2"/>
              <a:buChar char="Ø"/>
            </a:pPr>
            <a:r>
              <a:rPr lang="en-US" dirty="0"/>
              <a:t>The average prevailing wage is 74455.81. There's also a very huge difference in the 75th percentile and maximum value which indicates there might be outliers present in this column.</a:t>
            </a:r>
          </a:p>
          <a:p>
            <a:pPr marL="285750" indent="-285750">
              <a:lnSpc>
                <a:spcPct val="150000"/>
              </a:lnSpc>
              <a:spcBef>
                <a:spcPts val="1200"/>
              </a:spcBef>
              <a:buFont typeface="Wingdings" panose="05000000000000000000" pitchFamily="2" charset="2"/>
              <a:buChar char="Ø"/>
            </a:pPr>
            <a:r>
              <a:rPr lang="en-US" dirty="0"/>
              <a:t>We fix the negative values in the </a:t>
            </a:r>
            <a:r>
              <a:rPr lang="en-US" dirty="0" err="1"/>
              <a:t>no_of_employees</a:t>
            </a:r>
            <a:r>
              <a:rPr lang="en-US" dirty="0"/>
              <a:t> column by taking their absolute values.</a:t>
            </a:r>
          </a:p>
        </p:txBody>
      </p:sp>
      <p:pic>
        <p:nvPicPr>
          <p:cNvPr id="3" name="Picture 2">
            <a:extLst>
              <a:ext uri="{FF2B5EF4-FFF2-40B4-BE49-F238E27FC236}">
                <a16:creationId xmlns:a16="http://schemas.microsoft.com/office/drawing/2014/main" id="{C94022AD-7A42-5C1C-4011-9113EE0C2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925" y="0"/>
            <a:ext cx="916075" cy="408072"/>
          </a:xfrm>
          <a:prstGeom prst="rect">
            <a:avLst/>
          </a:prstGeom>
        </p:spPr>
      </p:pic>
      <p:pic>
        <p:nvPicPr>
          <p:cNvPr id="4" name="Picture 3">
            <a:extLst>
              <a:ext uri="{FF2B5EF4-FFF2-40B4-BE49-F238E27FC236}">
                <a16:creationId xmlns:a16="http://schemas.microsoft.com/office/drawing/2014/main" id="{3EDBFE58-EB9B-6FB3-7037-8392B1225640}"/>
              </a:ext>
            </a:extLst>
          </p:cNvPr>
          <p:cNvPicPr>
            <a:picLocks noChangeAspect="1"/>
          </p:cNvPicPr>
          <p:nvPr/>
        </p:nvPicPr>
        <p:blipFill>
          <a:blip r:embed="rId3"/>
          <a:stretch>
            <a:fillRect/>
          </a:stretch>
        </p:blipFill>
        <p:spPr>
          <a:xfrm>
            <a:off x="50240" y="6672711"/>
            <a:ext cx="1250718" cy="149973"/>
          </a:xfrm>
          <a:prstGeom prst="rect">
            <a:avLst/>
          </a:prstGeom>
        </p:spPr>
      </p:pic>
    </p:spTree>
    <p:extLst>
      <p:ext uri="{BB962C8B-B14F-4D97-AF65-F5344CB8AC3E}">
        <p14:creationId xmlns:p14="http://schemas.microsoft.com/office/powerpoint/2010/main" val="14307396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1864</TotalTime>
  <Words>2606</Words>
  <Application>Microsoft Office PowerPoint</Application>
  <PresentationFormat>Widescreen</PresentationFormat>
  <Paragraphs>170</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Century Gothic</vt:lpstr>
      <vt:lpstr>Kermit Extrabold Expanded</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Anyanwu</dc:creator>
  <cp:lastModifiedBy>Joseph Anyanwu</cp:lastModifiedBy>
  <cp:revision>1</cp:revision>
  <dcterms:created xsi:type="dcterms:W3CDTF">2025-05-22T23:50:50Z</dcterms:created>
  <dcterms:modified xsi:type="dcterms:W3CDTF">2026-03-13T05:07:12Z</dcterms:modified>
</cp:coreProperties>
</file>