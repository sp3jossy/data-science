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8" r:id="rId3"/>
    <p:sldId id="259" r:id="rId4"/>
    <p:sldId id="260" r:id="rId5"/>
    <p:sldId id="261" r:id="rId6"/>
    <p:sldId id="263" r:id="rId7"/>
    <p:sldId id="264" r:id="rId8"/>
    <p:sldId id="265" r:id="rId9"/>
    <p:sldId id="266" r:id="rId10"/>
    <p:sldId id="267" r:id="rId11"/>
    <p:sldId id="268" r:id="rId12"/>
    <p:sldId id="269" r:id="rId13"/>
    <p:sldId id="270" r:id="rId14"/>
    <p:sldId id="271" r:id="rId15"/>
    <p:sldId id="273" r:id="rId16"/>
    <p:sldId id="262" r:id="rId17"/>
    <p:sldId id="272" r:id="rId18"/>
    <p:sldId id="274" r:id="rId19"/>
    <p:sldId id="275"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35596E2-0E8A-4F63-AB9F-CF349BB826FC}" v="41" dt="2026-02-02T17:03:05.02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6" d="100"/>
          <a:sy n="76" d="100"/>
        </p:scale>
        <p:origin x="62" y="10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seph Anyanwu" userId="a9f4a03584880caa" providerId="LiveId" clId="{036C511A-FE14-4633-96F2-CD75C3A8418F}"/>
    <pc:docChg chg="custSel modSld">
      <pc:chgData name="Joseph Anyanwu" userId="a9f4a03584880caa" providerId="LiveId" clId="{036C511A-FE14-4633-96F2-CD75C3A8418F}" dt="2026-02-02T17:03:05.023" v="496"/>
      <pc:docMkLst>
        <pc:docMk/>
      </pc:docMkLst>
      <pc:sldChg chg="addSp modSp mod">
        <pc:chgData name="Joseph Anyanwu" userId="a9f4a03584880caa" providerId="LiveId" clId="{036C511A-FE14-4633-96F2-CD75C3A8418F}" dt="2026-02-02T16:43:28.370" v="165" actId="1076"/>
        <pc:sldMkLst>
          <pc:docMk/>
          <pc:sldMk cId="578172245" sldId="257"/>
        </pc:sldMkLst>
        <pc:spChg chg="mod">
          <ac:chgData name="Joseph Anyanwu" userId="a9f4a03584880caa" providerId="LiveId" clId="{036C511A-FE14-4633-96F2-CD75C3A8418F}" dt="2026-02-02T16:42:23.032" v="159" actId="113"/>
          <ac:spMkLst>
            <pc:docMk/>
            <pc:sldMk cId="578172245" sldId="257"/>
            <ac:spMk id="4" creationId="{D8B5451F-2C38-052F-239F-EEB229E55909}"/>
          </ac:spMkLst>
        </pc:spChg>
        <pc:picChg chg="add mod">
          <ac:chgData name="Joseph Anyanwu" userId="a9f4a03584880caa" providerId="LiveId" clId="{036C511A-FE14-4633-96F2-CD75C3A8418F}" dt="2026-02-02T16:39:36.292" v="148" actId="14100"/>
          <ac:picMkLst>
            <pc:docMk/>
            <pc:sldMk cId="578172245" sldId="257"/>
            <ac:picMk id="5" creationId="{11AB2D4B-BC41-2E1A-BAA7-D9EDEE6BE063}"/>
          </ac:picMkLst>
        </pc:picChg>
        <pc:picChg chg="add mod">
          <ac:chgData name="Joseph Anyanwu" userId="a9f4a03584880caa" providerId="LiveId" clId="{036C511A-FE14-4633-96F2-CD75C3A8418F}" dt="2026-02-02T16:43:28.370" v="165" actId="1076"/>
          <ac:picMkLst>
            <pc:docMk/>
            <pc:sldMk cId="578172245" sldId="257"/>
            <ac:picMk id="6" creationId="{8B759D58-88DC-B336-0A02-B897447E5319}"/>
          </ac:picMkLst>
        </pc:picChg>
      </pc:sldChg>
      <pc:sldChg chg="addSp modSp mod">
        <pc:chgData name="Joseph Anyanwu" userId="a9f4a03584880caa" providerId="LiveId" clId="{036C511A-FE14-4633-96F2-CD75C3A8418F}" dt="2026-02-02T17:03:05.023" v="496"/>
        <pc:sldMkLst>
          <pc:docMk/>
          <pc:sldMk cId="4217725699" sldId="258"/>
        </pc:sldMkLst>
        <pc:spChg chg="mod">
          <ac:chgData name="Joseph Anyanwu" userId="a9f4a03584880caa" providerId="LiveId" clId="{036C511A-FE14-4633-96F2-CD75C3A8418F}" dt="2026-02-02T16:16:19.474" v="33" actId="2710"/>
          <ac:spMkLst>
            <pc:docMk/>
            <pc:sldMk cId="4217725699" sldId="258"/>
            <ac:spMk id="3" creationId="{80374C74-782D-5CD0-AC38-A0ECF7E1C333}"/>
          </ac:spMkLst>
        </pc:spChg>
        <pc:picChg chg="add mod">
          <ac:chgData name="Joseph Anyanwu" userId="a9f4a03584880caa" providerId="LiveId" clId="{036C511A-FE14-4633-96F2-CD75C3A8418F}" dt="2026-02-02T16:43:36.116" v="166"/>
          <ac:picMkLst>
            <pc:docMk/>
            <pc:sldMk cId="4217725699" sldId="258"/>
            <ac:picMk id="2" creationId="{F3142037-080F-B326-F5D8-66EE2F3373A4}"/>
          </ac:picMkLst>
        </pc:picChg>
        <pc:picChg chg="add mod">
          <ac:chgData name="Joseph Anyanwu" userId="a9f4a03584880caa" providerId="LiveId" clId="{036C511A-FE14-4633-96F2-CD75C3A8418F}" dt="2026-02-02T17:03:05.023" v="496"/>
          <ac:picMkLst>
            <pc:docMk/>
            <pc:sldMk cId="4217725699" sldId="258"/>
            <ac:picMk id="4" creationId="{7C9B2EA0-6C10-F87F-C06A-48C15D2FEAFE}"/>
          </ac:picMkLst>
        </pc:picChg>
      </pc:sldChg>
      <pc:sldChg chg="addSp modSp mod">
        <pc:chgData name="Joseph Anyanwu" userId="a9f4a03584880caa" providerId="LiveId" clId="{036C511A-FE14-4633-96F2-CD75C3A8418F}" dt="2026-02-02T17:02:56.132" v="495"/>
        <pc:sldMkLst>
          <pc:docMk/>
          <pc:sldMk cId="3156888985" sldId="259"/>
        </pc:sldMkLst>
        <pc:spChg chg="mod">
          <ac:chgData name="Joseph Anyanwu" userId="a9f4a03584880caa" providerId="LiveId" clId="{036C511A-FE14-4633-96F2-CD75C3A8418F}" dt="2026-02-02T16:16:48.153" v="37" actId="1076"/>
          <ac:spMkLst>
            <pc:docMk/>
            <pc:sldMk cId="3156888985" sldId="259"/>
            <ac:spMk id="3" creationId="{8CCBE25B-C632-FE9F-A13E-B2E6673D836E}"/>
          </ac:spMkLst>
        </pc:spChg>
        <pc:spChg chg="mod">
          <ac:chgData name="Joseph Anyanwu" userId="a9f4a03584880caa" providerId="LiveId" clId="{036C511A-FE14-4633-96F2-CD75C3A8418F}" dt="2026-02-02T16:50:41.223" v="248" actId="1036"/>
          <ac:spMkLst>
            <pc:docMk/>
            <pc:sldMk cId="3156888985" sldId="259"/>
            <ac:spMk id="5" creationId="{0D346057-8695-0C91-225E-3CC656408850}"/>
          </ac:spMkLst>
        </pc:spChg>
        <pc:picChg chg="add mod">
          <ac:chgData name="Joseph Anyanwu" userId="a9f4a03584880caa" providerId="LiveId" clId="{036C511A-FE14-4633-96F2-CD75C3A8418F}" dt="2026-02-02T16:43:40.878" v="167"/>
          <ac:picMkLst>
            <pc:docMk/>
            <pc:sldMk cId="3156888985" sldId="259"/>
            <ac:picMk id="2" creationId="{ABE12BAA-51F5-5E4F-18AD-0DBD67F01F5C}"/>
          </ac:picMkLst>
        </pc:picChg>
        <pc:picChg chg="add mod">
          <ac:chgData name="Joseph Anyanwu" userId="a9f4a03584880caa" providerId="LiveId" clId="{036C511A-FE14-4633-96F2-CD75C3A8418F}" dt="2026-02-02T17:02:56.132" v="495"/>
          <ac:picMkLst>
            <pc:docMk/>
            <pc:sldMk cId="3156888985" sldId="259"/>
            <ac:picMk id="4" creationId="{B58857BF-8B5B-5B84-EE9B-8CE8CB63D9C6}"/>
          </ac:picMkLst>
        </pc:picChg>
      </pc:sldChg>
      <pc:sldChg chg="addSp modSp mod">
        <pc:chgData name="Joseph Anyanwu" userId="a9f4a03584880caa" providerId="LiveId" clId="{036C511A-FE14-4633-96F2-CD75C3A8418F}" dt="2026-02-02T17:02:21.497" v="494"/>
        <pc:sldMkLst>
          <pc:docMk/>
          <pc:sldMk cId="3635728174" sldId="260"/>
        </pc:sldMkLst>
        <pc:spChg chg="mod">
          <ac:chgData name="Joseph Anyanwu" userId="a9f4a03584880caa" providerId="LiveId" clId="{036C511A-FE14-4633-96F2-CD75C3A8418F}" dt="2026-02-02T16:18:43.278" v="57" actId="1076"/>
          <ac:spMkLst>
            <pc:docMk/>
            <pc:sldMk cId="3635728174" sldId="260"/>
            <ac:spMk id="3" creationId="{3E0B8E65-65EE-FF60-D89B-7C6C0A8FE1B4}"/>
          </ac:spMkLst>
        </pc:spChg>
        <pc:spChg chg="mod">
          <ac:chgData name="Joseph Anyanwu" userId="a9f4a03584880caa" providerId="LiveId" clId="{036C511A-FE14-4633-96F2-CD75C3A8418F}" dt="2026-02-02T16:19:13.424" v="60" actId="1076"/>
          <ac:spMkLst>
            <pc:docMk/>
            <pc:sldMk cId="3635728174" sldId="260"/>
            <ac:spMk id="5" creationId="{CA5BE3AF-2B0B-96E7-DD7E-A6486225E746}"/>
          </ac:spMkLst>
        </pc:spChg>
        <pc:picChg chg="add mod">
          <ac:chgData name="Joseph Anyanwu" userId="a9f4a03584880caa" providerId="LiveId" clId="{036C511A-FE14-4633-96F2-CD75C3A8418F}" dt="2026-02-02T16:43:45.941" v="168"/>
          <ac:picMkLst>
            <pc:docMk/>
            <pc:sldMk cId="3635728174" sldId="260"/>
            <ac:picMk id="2" creationId="{9B95A2F4-20AA-8E13-D98B-D5A0DC3DABC6}"/>
          </ac:picMkLst>
        </pc:picChg>
        <pc:picChg chg="add mod">
          <ac:chgData name="Joseph Anyanwu" userId="a9f4a03584880caa" providerId="LiveId" clId="{036C511A-FE14-4633-96F2-CD75C3A8418F}" dt="2026-02-02T17:02:21.497" v="494"/>
          <ac:picMkLst>
            <pc:docMk/>
            <pc:sldMk cId="3635728174" sldId="260"/>
            <ac:picMk id="4" creationId="{47FB40FB-AFFA-0FBB-3FCF-E10B88AA79D2}"/>
          </ac:picMkLst>
        </pc:picChg>
      </pc:sldChg>
      <pc:sldChg chg="addSp delSp modSp mod">
        <pc:chgData name="Joseph Anyanwu" userId="a9f4a03584880caa" providerId="LiveId" clId="{036C511A-FE14-4633-96F2-CD75C3A8418F}" dt="2026-02-02T17:02:11.257" v="493"/>
        <pc:sldMkLst>
          <pc:docMk/>
          <pc:sldMk cId="3453941629" sldId="261"/>
        </pc:sldMkLst>
        <pc:spChg chg="mod">
          <ac:chgData name="Joseph Anyanwu" userId="a9f4a03584880caa" providerId="LiveId" clId="{036C511A-FE14-4633-96F2-CD75C3A8418F}" dt="2026-02-02T16:21:29.447" v="65" actId="255"/>
          <ac:spMkLst>
            <pc:docMk/>
            <pc:sldMk cId="3453941629" sldId="261"/>
            <ac:spMk id="3" creationId="{34201A02-4A48-C2CF-6A8E-2BD6322E8B40}"/>
          </ac:spMkLst>
        </pc:spChg>
        <pc:spChg chg="mod">
          <ac:chgData name="Joseph Anyanwu" userId="a9f4a03584880caa" providerId="LiveId" clId="{036C511A-FE14-4633-96F2-CD75C3A8418F}" dt="2026-02-02T16:21:52.692" v="69" actId="2710"/>
          <ac:spMkLst>
            <pc:docMk/>
            <pc:sldMk cId="3453941629" sldId="261"/>
            <ac:spMk id="5" creationId="{3091AC6C-E28E-F888-E059-E22E556EE121}"/>
          </ac:spMkLst>
        </pc:spChg>
        <pc:picChg chg="add del mod">
          <ac:chgData name="Joseph Anyanwu" userId="a9f4a03584880caa" providerId="LiveId" clId="{036C511A-FE14-4633-96F2-CD75C3A8418F}" dt="2026-02-02T16:48:10.112" v="225" actId="478"/>
          <ac:picMkLst>
            <pc:docMk/>
            <pc:sldMk cId="3453941629" sldId="261"/>
            <ac:picMk id="2" creationId="{C16D3DA2-1BF6-E526-8B2F-4E348DC74546}"/>
          </ac:picMkLst>
        </pc:picChg>
        <pc:picChg chg="add mod">
          <ac:chgData name="Joseph Anyanwu" userId="a9f4a03584880caa" providerId="LiveId" clId="{036C511A-FE14-4633-96F2-CD75C3A8418F}" dt="2026-02-02T16:50:05.225" v="226"/>
          <ac:picMkLst>
            <pc:docMk/>
            <pc:sldMk cId="3453941629" sldId="261"/>
            <ac:picMk id="4" creationId="{23E29DEC-32C0-C6B9-C75A-62E1409D702E}"/>
          </ac:picMkLst>
        </pc:picChg>
        <pc:picChg chg="add mod">
          <ac:chgData name="Joseph Anyanwu" userId="a9f4a03584880caa" providerId="LiveId" clId="{036C511A-FE14-4633-96F2-CD75C3A8418F}" dt="2026-02-02T17:02:11.257" v="493"/>
          <ac:picMkLst>
            <pc:docMk/>
            <pc:sldMk cId="3453941629" sldId="261"/>
            <ac:picMk id="6" creationId="{D69E1026-5B08-CD5E-79DB-6AE0868373F2}"/>
          </ac:picMkLst>
        </pc:picChg>
        <pc:picChg chg="mod">
          <ac:chgData name="Joseph Anyanwu" userId="a9f4a03584880caa" providerId="LiveId" clId="{036C511A-FE14-4633-96F2-CD75C3A8418F}" dt="2026-02-02T16:21:37.384" v="67" actId="1076"/>
          <ac:picMkLst>
            <pc:docMk/>
            <pc:sldMk cId="3453941629" sldId="261"/>
            <ac:picMk id="7" creationId="{F1A6F0BB-6613-B0C3-09A5-D0C81C7DA582}"/>
          </ac:picMkLst>
        </pc:picChg>
      </pc:sldChg>
      <pc:sldChg chg="addSp modSp mod">
        <pc:chgData name="Joseph Anyanwu" userId="a9f4a03584880caa" providerId="LiveId" clId="{036C511A-FE14-4633-96F2-CD75C3A8418F}" dt="2026-02-02T16:56:56.247" v="369"/>
        <pc:sldMkLst>
          <pc:docMk/>
          <pc:sldMk cId="1143282669" sldId="262"/>
        </pc:sldMkLst>
        <pc:spChg chg="mod">
          <ac:chgData name="Joseph Anyanwu" userId="a9f4a03584880caa" providerId="LiveId" clId="{036C511A-FE14-4633-96F2-CD75C3A8418F}" dt="2026-02-02T16:30:32.865" v="115" actId="255"/>
          <ac:spMkLst>
            <pc:docMk/>
            <pc:sldMk cId="1143282669" sldId="262"/>
            <ac:spMk id="2" creationId="{D37199C1-0C0E-EAE0-4C2F-18B6F7DBD68C}"/>
          </ac:spMkLst>
        </pc:spChg>
        <pc:spChg chg="mod">
          <ac:chgData name="Joseph Anyanwu" userId="a9f4a03584880caa" providerId="LiveId" clId="{036C511A-FE14-4633-96F2-CD75C3A8418F}" dt="2026-02-02T16:30:44.459" v="116" actId="14100"/>
          <ac:spMkLst>
            <pc:docMk/>
            <pc:sldMk cId="1143282669" sldId="262"/>
            <ac:spMk id="4" creationId="{76D1B140-23DF-4D66-8844-BB555D04D527}"/>
          </ac:spMkLst>
        </pc:spChg>
        <pc:picChg chg="add mod">
          <ac:chgData name="Joseph Anyanwu" userId="a9f4a03584880caa" providerId="LiveId" clId="{036C511A-FE14-4633-96F2-CD75C3A8418F}" dt="2026-02-02T16:54:56.958" v="349"/>
          <ac:picMkLst>
            <pc:docMk/>
            <pc:sldMk cId="1143282669" sldId="262"/>
            <ac:picMk id="3" creationId="{C1984FA5-43D7-BD9F-6B67-33071F3A014D}"/>
          </ac:picMkLst>
        </pc:picChg>
        <pc:picChg chg="add mod">
          <ac:chgData name="Joseph Anyanwu" userId="a9f4a03584880caa" providerId="LiveId" clId="{036C511A-FE14-4633-96F2-CD75C3A8418F}" dt="2026-02-02T16:56:56.247" v="369"/>
          <ac:picMkLst>
            <pc:docMk/>
            <pc:sldMk cId="1143282669" sldId="262"/>
            <ac:picMk id="5" creationId="{DA80C939-2980-FA5B-CB9F-AF2138263FAD}"/>
          </ac:picMkLst>
        </pc:picChg>
      </pc:sldChg>
      <pc:sldChg chg="addSp modSp mod">
        <pc:chgData name="Joseph Anyanwu" userId="a9f4a03584880caa" providerId="LiveId" clId="{036C511A-FE14-4633-96F2-CD75C3A8418F}" dt="2026-02-02T17:02:00.203" v="492" actId="1076"/>
        <pc:sldMkLst>
          <pc:docMk/>
          <pc:sldMk cId="1419856882" sldId="263"/>
        </pc:sldMkLst>
        <pc:spChg chg="mod">
          <ac:chgData name="Joseph Anyanwu" userId="a9f4a03584880caa" providerId="LiveId" clId="{036C511A-FE14-4633-96F2-CD75C3A8418F}" dt="2026-02-02T16:22:15.610" v="73" actId="255"/>
          <ac:spMkLst>
            <pc:docMk/>
            <pc:sldMk cId="1419856882" sldId="263"/>
            <ac:spMk id="3" creationId="{1802ABC0-5439-F48F-AAED-ABDDFC018E33}"/>
          </ac:spMkLst>
        </pc:spChg>
        <pc:spChg chg="mod">
          <ac:chgData name="Joseph Anyanwu" userId="a9f4a03584880caa" providerId="LiveId" clId="{036C511A-FE14-4633-96F2-CD75C3A8418F}" dt="2026-02-02T17:01:29.153" v="485" actId="1035"/>
          <ac:spMkLst>
            <pc:docMk/>
            <pc:sldMk cId="1419856882" sldId="263"/>
            <ac:spMk id="5" creationId="{FE293761-91B7-2774-61A0-0121B2A02FC4}"/>
          </ac:spMkLst>
        </pc:spChg>
        <pc:spChg chg="mod">
          <ac:chgData name="Joseph Anyanwu" userId="a9f4a03584880caa" providerId="LiveId" clId="{036C511A-FE14-4633-96F2-CD75C3A8418F}" dt="2026-02-02T17:02:00.203" v="492" actId="1076"/>
          <ac:spMkLst>
            <pc:docMk/>
            <pc:sldMk cId="1419856882" sldId="263"/>
            <ac:spMk id="6" creationId="{AD816447-3E8E-5779-FAD8-24B58E273947}"/>
          </ac:spMkLst>
        </pc:spChg>
        <pc:picChg chg="add mod">
          <ac:chgData name="Joseph Anyanwu" userId="a9f4a03584880caa" providerId="LiveId" clId="{036C511A-FE14-4633-96F2-CD75C3A8418F}" dt="2026-02-02T16:43:55.977" v="170"/>
          <ac:picMkLst>
            <pc:docMk/>
            <pc:sldMk cId="1419856882" sldId="263"/>
            <ac:picMk id="2" creationId="{895D4C68-A01B-6FD6-C229-4F6A3E51F9AF}"/>
          </ac:picMkLst>
        </pc:picChg>
        <pc:picChg chg="mod">
          <ac:chgData name="Joseph Anyanwu" userId="a9f4a03584880caa" providerId="LiveId" clId="{036C511A-FE14-4633-96F2-CD75C3A8418F}" dt="2026-02-02T16:22:19.369" v="74" actId="1076"/>
          <ac:picMkLst>
            <pc:docMk/>
            <pc:sldMk cId="1419856882" sldId="263"/>
            <ac:picMk id="4" creationId="{22793B8F-037B-8B28-3350-10D1246234A6}"/>
          </ac:picMkLst>
        </pc:picChg>
        <pc:picChg chg="add mod">
          <ac:chgData name="Joseph Anyanwu" userId="a9f4a03584880caa" providerId="LiveId" clId="{036C511A-FE14-4633-96F2-CD75C3A8418F}" dt="2026-02-02T17:01:50.255" v="491"/>
          <ac:picMkLst>
            <pc:docMk/>
            <pc:sldMk cId="1419856882" sldId="263"/>
            <ac:picMk id="7" creationId="{46B358B5-6E10-F939-4E9C-7599894A7702}"/>
          </ac:picMkLst>
        </pc:picChg>
      </pc:sldChg>
      <pc:sldChg chg="addSp modSp mod">
        <pc:chgData name="Joseph Anyanwu" userId="a9f4a03584880caa" providerId="LiveId" clId="{036C511A-FE14-4633-96F2-CD75C3A8418F}" dt="2026-02-02T17:01:17.860" v="472"/>
        <pc:sldMkLst>
          <pc:docMk/>
          <pc:sldMk cId="771045155" sldId="264"/>
        </pc:sldMkLst>
        <pc:spChg chg="mod">
          <ac:chgData name="Joseph Anyanwu" userId="a9f4a03584880caa" providerId="LiveId" clId="{036C511A-FE14-4633-96F2-CD75C3A8418F}" dt="2026-02-02T16:46:08.779" v="183" actId="14100"/>
          <ac:spMkLst>
            <pc:docMk/>
            <pc:sldMk cId="771045155" sldId="264"/>
            <ac:spMk id="3" creationId="{F575F4F4-8D67-31FF-4288-181C6ADA1735}"/>
          </ac:spMkLst>
        </pc:spChg>
        <pc:spChg chg="mod">
          <ac:chgData name="Joseph Anyanwu" userId="a9f4a03584880caa" providerId="LiveId" clId="{036C511A-FE14-4633-96F2-CD75C3A8418F}" dt="2026-02-02T16:46:55.110" v="211" actId="1038"/>
          <ac:spMkLst>
            <pc:docMk/>
            <pc:sldMk cId="771045155" sldId="264"/>
            <ac:spMk id="5" creationId="{0BC4B6D9-05E0-D855-D4E7-3ADE85A5C20C}"/>
          </ac:spMkLst>
        </pc:spChg>
        <pc:spChg chg="mod">
          <ac:chgData name="Joseph Anyanwu" userId="a9f4a03584880caa" providerId="LiveId" clId="{036C511A-FE14-4633-96F2-CD75C3A8418F}" dt="2026-02-02T16:47:11.398" v="213" actId="20577"/>
          <ac:spMkLst>
            <pc:docMk/>
            <pc:sldMk cId="771045155" sldId="264"/>
            <ac:spMk id="6" creationId="{D1588B37-9BC1-8F0C-A244-82DD15BEB379}"/>
          </ac:spMkLst>
        </pc:spChg>
        <pc:picChg chg="add mod">
          <ac:chgData name="Joseph Anyanwu" userId="a9f4a03584880caa" providerId="LiveId" clId="{036C511A-FE14-4633-96F2-CD75C3A8418F}" dt="2026-02-02T16:44:12.946" v="171"/>
          <ac:picMkLst>
            <pc:docMk/>
            <pc:sldMk cId="771045155" sldId="264"/>
            <ac:picMk id="2" creationId="{F94E8448-78BC-5BE5-7BB6-92C2D0BEB57D}"/>
          </ac:picMkLst>
        </pc:picChg>
        <pc:picChg chg="add mod">
          <ac:chgData name="Joseph Anyanwu" userId="a9f4a03584880caa" providerId="LiveId" clId="{036C511A-FE14-4633-96F2-CD75C3A8418F}" dt="2026-02-02T17:01:17.860" v="472"/>
          <ac:picMkLst>
            <pc:docMk/>
            <pc:sldMk cId="771045155" sldId="264"/>
            <ac:picMk id="4" creationId="{464AC389-57DC-3BD0-198F-93D35D2DC5B0}"/>
          </ac:picMkLst>
        </pc:picChg>
        <pc:picChg chg="mod">
          <ac:chgData name="Joseph Anyanwu" userId="a9f4a03584880caa" providerId="LiveId" clId="{036C511A-FE14-4633-96F2-CD75C3A8418F}" dt="2026-02-02T16:46:28.752" v="186" actId="1035"/>
          <ac:picMkLst>
            <pc:docMk/>
            <pc:sldMk cId="771045155" sldId="264"/>
            <ac:picMk id="7" creationId="{A4BEE1EB-6318-1C64-3ABD-645C2C7F6EE0}"/>
          </ac:picMkLst>
        </pc:picChg>
      </pc:sldChg>
      <pc:sldChg chg="addSp modSp mod">
        <pc:chgData name="Joseph Anyanwu" userId="a9f4a03584880caa" providerId="LiveId" clId="{036C511A-FE14-4633-96F2-CD75C3A8418F}" dt="2026-02-02T17:01:05.302" v="471" actId="1037"/>
        <pc:sldMkLst>
          <pc:docMk/>
          <pc:sldMk cId="2968885215" sldId="265"/>
        </pc:sldMkLst>
        <pc:spChg chg="mod">
          <ac:chgData name="Joseph Anyanwu" userId="a9f4a03584880caa" providerId="LiveId" clId="{036C511A-FE14-4633-96F2-CD75C3A8418F}" dt="2026-02-02T16:47:25.594" v="214" actId="255"/>
          <ac:spMkLst>
            <pc:docMk/>
            <pc:sldMk cId="2968885215" sldId="265"/>
            <ac:spMk id="3" creationId="{92E45B07-D724-5D40-0480-43F2B3FE41B3}"/>
          </ac:spMkLst>
        </pc:spChg>
        <pc:spChg chg="mod">
          <ac:chgData name="Joseph Anyanwu" userId="a9f4a03584880caa" providerId="LiveId" clId="{036C511A-FE14-4633-96F2-CD75C3A8418F}" dt="2026-02-02T17:00:53.180" v="448" actId="14100"/>
          <ac:spMkLst>
            <pc:docMk/>
            <pc:sldMk cId="2968885215" sldId="265"/>
            <ac:spMk id="5" creationId="{E58B00FF-0773-BB67-FB43-B492B32FCFF8}"/>
          </ac:spMkLst>
        </pc:spChg>
        <pc:spChg chg="mod">
          <ac:chgData name="Joseph Anyanwu" userId="a9f4a03584880caa" providerId="LiveId" clId="{036C511A-FE14-4633-96F2-CD75C3A8418F}" dt="2026-02-02T17:01:05.302" v="471" actId="1037"/>
          <ac:spMkLst>
            <pc:docMk/>
            <pc:sldMk cId="2968885215" sldId="265"/>
            <ac:spMk id="6" creationId="{0E0174DF-E867-0E3E-0418-E749188154C8}"/>
          </ac:spMkLst>
        </pc:spChg>
        <pc:picChg chg="add mod">
          <ac:chgData name="Joseph Anyanwu" userId="a9f4a03584880caa" providerId="LiveId" clId="{036C511A-FE14-4633-96F2-CD75C3A8418F}" dt="2026-02-02T16:47:39.664" v="221" actId="1036"/>
          <ac:picMkLst>
            <pc:docMk/>
            <pc:sldMk cId="2968885215" sldId="265"/>
            <ac:picMk id="2" creationId="{184431F7-C653-041A-74A6-6C23FA189EC1}"/>
          </ac:picMkLst>
        </pc:picChg>
        <pc:picChg chg="add mod">
          <ac:chgData name="Joseph Anyanwu" userId="a9f4a03584880caa" providerId="LiveId" clId="{036C511A-FE14-4633-96F2-CD75C3A8418F}" dt="2026-02-02T17:00:00.734" v="426"/>
          <ac:picMkLst>
            <pc:docMk/>
            <pc:sldMk cId="2968885215" sldId="265"/>
            <ac:picMk id="4" creationId="{FD2B31CD-4288-4995-4656-5D68FA9DA2AB}"/>
          </ac:picMkLst>
        </pc:picChg>
        <pc:picChg chg="mod">
          <ac:chgData name="Joseph Anyanwu" userId="a9f4a03584880caa" providerId="LiveId" clId="{036C511A-FE14-4633-96F2-CD75C3A8418F}" dt="2026-02-02T17:00:44.581" v="447" actId="1037"/>
          <ac:picMkLst>
            <pc:docMk/>
            <pc:sldMk cId="2968885215" sldId="265"/>
            <ac:picMk id="7" creationId="{93FB3E80-6EB2-1662-3377-087B502273A7}"/>
          </ac:picMkLst>
        </pc:picChg>
        <pc:picChg chg="mod">
          <ac:chgData name="Joseph Anyanwu" userId="a9f4a03584880caa" providerId="LiveId" clId="{036C511A-FE14-4633-96F2-CD75C3A8418F}" dt="2026-02-02T17:00:57.367" v="457" actId="1037"/>
          <ac:picMkLst>
            <pc:docMk/>
            <pc:sldMk cId="2968885215" sldId="265"/>
            <ac:picMk id="11" creationId="{8D4D7FBE-E5FC-7C23-EF20-4A6799121558}"/>
          </ac:picMkLst>
        </pc:picChg>
      </pc:sldChg>
      <pc:sldChg chg="addSp modSp mod">
        <pc:chgData name="Joseph Anyanwu" userId="a9f4a03584880caa" providerId="LiveId" clId="{036C511A-FE14-4633-96F2-CD75C3A8418F}" dt="2026-02-02T16:59:48.192" v="425"/>
        <pc:sldMkLst>
          <pc:docMk/>
          <pc:sldMk cId="3018815379" sldId="266"/>
        </pc:sldMkLst>
        <pc:spChg chg="mod">
          <ac:chgData name="Joseph Anyanwu" userId="a9f4a03584880caa" providerId="LiveId" clId="{036C511A-FE14-4633-96F2-CD75C3A8418F}" dt="2026-02-02T16:52:05.845" v="282" actId="20577"/>
          <ac:spMkLst>
            <pc:docMk/>
            <pc:sldMk cId="3018815379" sldId="266"/>
            <ac:spMk id="3" creationId="{AE541B01-5670-5974-7E6B-1CE2DF9A5E61}"/>
          </ac:spMkLst>
        </pc:spChg>
        <pc:spChg chg="mod">
          <ac:chgData name="Joseph Anyanwu" userId="a9f4a03584880caa" providerId="LiveId" clId="{036C511A-FE14-4633-96F2-CD75C3A8418F}" dt="2026-02-02T16:59:44.015" v="424" actId="1076"/>
          <ac:spMkLst>
            <pc:docMk/>
            <pc:sldMk cId="3018815379" sldId="266"/>
            <ac:spMk id="5" creationId="{A5676694-3DD1-68CE-AC30-2189967590F8}"/>
          </ac:spMkLst>
        </pc:spChg>
        <pc:picChg chg="add mod">
          <ac:chgData name="Joseph Anyanwu" userId="a9f4a03584880caa" providerId="LiveId" clId="{036C511A-FE14-4633-96F2-CD75C3A8418F}" dt="2026-02-02T16:51:27.190" v="262"/>
          <ac:picMkLst>
            <pc:docMk/>
            <pc:sldMk cId="3018815379" sldId="266"/>
            <ac:picMk id="2" creationId="{69CE6F90-D2C6-9E8E-BE1D-FE7D38DD8D4E}"/>
          </ac:picMkLst>
        </pc:picChg>
        <pc:picChg chg="mod">
          <ac:chgData name="Joseph Anyanwu" userId="a9f4a03584880caa" providerId="LiveId" clId="{036C511A-FE14-4633-96F2-CD75C3A8418F}" dt="2026-02-02T16:51:43.977" v="279" actId="1038"/>
          <ac:picMkLst>
            <pc:docMk/>
            <pc:sldMk cId="3018815379" sldId="266"/>
            <ac:picMk id="4" creationId="{E231CFDD-F377-47F3-45F6-933B1641255F}"/>
          </ac:picMkLst>
        </pc:picChg>
        <pc:picChg chg="add mod">
          <ac:chgData name="Joseph Anyanwu" userId="a9f4a03584880caa" providerId="LiveId" clId="{036C511A-FE14-4633-96F2-CD75C3A8418F}" dt="2026-02-02T16:59:48.192" v="425"/>
          <ac:picMkLst>
            <pc:docMk/>
            <pc:sldMk cId="3018815379" sldId="266"/>
            <ac:picMk id="6" creationId="{FD387B15-0729-81E1-01BD-94130D4A25E4}"/>
          </ac:picMkLst>
        </pc:picChg>
      </pc:sldChg>
      <pc:sldChg chg="addSp modSp mod">
        <pc:chgData name="Joseph Anyanwu" userId="a9f4a03584880caa" providerId="LiveId" clId="{036C511A-FE14-4633-96F2-CD75C3A8418F}" dt="2026-02-02T16:59:29.739" v="423"/>
        <pc:sldMkLst>
          <pc:docMk/>
          <pc:sldMk cId="3747518984" sldId="267"/>
        </pc:sldMkLst>
        <pc:spChg chg="mod">
          <ac:chgData name="Joseph Anyanwu" userId="a9f4a03584880caa" providerId="LiveId" clId="{036C511A-FE14-4633-96F2-CD75C3A8418F}" dt="2026-02-02T16:52:25.359" v="298" actId="14100"/>
          <ac:spMkLst>
            <pc:docMk/>
            <pc:sldMk cId="3747518984" sldId="267"/>
            <ac:spMk id="3" creationId="{3F739776-D7DE-FCFA-D223-1DE62F9B519E}"/>
          </ac:spMkLst>
        </pc:spChg>
        <pc:spChg chg="mod">
          <ac:chgData name="Joseph Anyanwu" userId="a9f4a03584880caa" providerId="LiveId" clId="{036C511A-FE14-4633-96F2-CD75C3A8418F}" dt="2026-02-02T16:23:23.297" v="79" actId="14100"/>
          <ac:spMkLst>
            <pc:docMk/>
            <pc:sldMk cId="3747518984" sldId="267"/>
            <ac:spMk id="5" creationId="{DAFD3481-0692-CBC3-AF73-7A9845DB4AF0}"/>
          </ac:spMkLst>
        </pc:spChg>
        <pc:spChg chg="mod">
          <ac:chgData name="Joseph Anyanwu" userId="a9f4a03584880caa" providerId="LiveId" clId="{036C511A-FE14-4633-96F2-CD75C3A8418F}" dt="2026-02-02T16:24:07.073" v="84" actId="1076"/>
          <ac:spMkLst>
            <pc:docMk/>
            <pc:sldMk cId="3747518984" sldId="267"/>
            <ac:spMk id="6" creationId="{F828641A-171C-3AC6-1AA6-CB940A5CD213}"/>
          </ac:spMkLst>
        </pc:spChg>
        <pc:picChg chg="add mod">
          <ac:chgData name="Joseph Anyanwu" userId="a9f4a03584880caa" providerId="LiveId" clId="{036C511A-FE14-4633-96F2-CD75C3A8418F}" dt="2026-02-02T16:52:29.350" v="299"/>
          <ac:picMkLst>
            <pc:docMk/>
            <pc:sldMk cId="3747518984" sldId="267"/>
            <ac:picMk id="2" creationId="{89DC52E0-825C-5EE4-3762-818066587680}"/>
          </ac:picMkLst>
        </pc:picChg>
        <pc:picChg chg="add mod">
          <ac:chgData name="Joseph Anyanwu" userId="a9f4a03584880caa" providerId="LiveId" clId="{036C511A-FE14-4633-96F2-CD75C3A8418F}" dt="2026-02-02T16:59:29.739" v="423"/>
          <ac:picMkLst>
            <pc:docMk/>
            <pc:sldMk cId="3747518984" sldId="267"/>
            <ac:picMk id="4" creationId="{8A595189-23A1-332F-C2AC-5B5F5F488D99}"/>
          </ac:picMkLst>
        </pc:picChg>
        <pc:picChg chg="mod">
          <ac:chgData name="Joseph Anyanwu" userId="a9f4a03584880caa" providerId="LiveId" clId="{036C511A-FE14-4633-96F2-CD75C3A8418F}" dt="2026-02-02T16:10:05.353" v="18" actId="1035"/>
          <ac:picMkLst>
            <pc:docMk/>
            <pc:sldMk cId="3747518984" sldId="267"/>
            <ac:picMk id="7" creationId="{88B91A24-2D69-0A67-1A1B-6BF045DDB554}"/>
          </ac:picMkLst>
        </pc:picChg>
      </pc:sldChg>
      <pc:sldChg chg="addSp modSp mod">
        <pc:chgData name="Joseph Anyanwu" userId="a9f4a03584880caa" providerId="LiveId" clId="{036C511A-FE14-4633-96F2-CD75C3A8418F}" dt="2026-02-02T16:59:18.394" v="422" actId="1038"/>
        <pc:sldMkLst>
          <pc:docMk/>
          <pc:sldMk cId="611275648" sldId="268"/>
        </pc:sldMkLst>
        <pc:spChg chg="mod">
          <ac:chgData name="Joseph Anyanwu" userId="a9f4a03584880caa" providerId="LiveId" clId="{036C511A-FE14-4633-96F2-CD75C3A8418F}" dt="2026-02-02T16:52:44.509" v="300" actId="1076"/>
          <ac:spMkLst>
            <pc:docMk/>
            <pc:sldMk cId="611275648" sldId="268"/>
            <ac:spMk id="3" creationId="{8BBE6C85-39B6-7AA9-8212-EA4BBAADFBAF}"/>
          </ac:spMkLst>
        </pc:spChg>
        <pc:spChg chg="mod">
          <ac:chgData name="Joseph Anyanwu" userId="a9f4a03584880caa" providerId="LiveId" clId="{036C511A-FE14-4633-96F2-CD75C3A8418F}" dt="2026-02-02T16:59:08.329" v="411" actId="14100"/>
          <ac:spMkLst>
            <pc:docMk/>
            <pc:sldMk cId="611275648" sldId="268"/>
            <ac:spMk id="5" creationId="{C7C0A27B-4A0D-687F-003E-77DFF96FCE9A}"/>
          </ac:spMkLst>
        </pc:spChg>
        <pc:picChg chg="add mod">
          <ac:chgData name="Joseph Anyanwu" userId="a9f4a03584880caa" providerId="LiveId" clId="{036C511A-FE14-4633-96F2-CD75C3A8418F}" dt="2026-02-02T16:52:47.421" v="301"/>
          <ac:picMkLst>
            <pc:docMk/>
            <pc:sldMk cId="611275648" sldId="268"/>
            <ac:picMk id="2" creationId="{A7B2D518-1DF6-A610-460D-A5E77E2853D0}"/>
          </ac:picMkLst>
        </pc:picChg>
        <pc:picChg chg="add mod">
          <ac:chgData name="Joseph Anyanwu" userId="a9f4a03584880caa" providerId="LiveId" clId="{036C511A-FE14-4633-96F2-CD75C3A8418F}" dt="2026-02-02T16:59:12.755" v="412"/>
          <ac:picMkLst>
            <pc:docMk/>
            <pc:sldMk cId="611275648" sldId="268"/>
            <ac:picMk id="4" creationId="{B731D8CC-F842-C8C0-DF15-A3B0EF095D90}"/>
          </ac:picMkLst>
        </pc:picChg>
        <pc:picChg chg="mod">
          <ac:chgData name="Joseph Anyanwu" userId="a9f4a03584880caa" providerId="LiveId" clId="{036C511A-FE14-4633-96F2-CD75C3A8418F}" dt="2026-02-02T16:59:18.394" v="422" actId="1038"/>
          <ac:picMkLst>
            <pc:docMk/>
            <pc:sldMk cId="611275648" sldId="268"/>
            <ac:picMk id="6" creationId="{AE1F3348-5966-7AE9-13C8-C2FB433CA06D}"/>
          </ac:picMkLst>
        </pc:picChg>
      </pc:sldChg>
      <pc:sldChg chg="addSp modSp mod">
        <pc:chgData name="Joseph Anyanwu" userId="a9f4a03584880caa" providerId="LiveId" clId="{036C511A-FE14-4633-96F2-CD75C3A8418F}" dt="2026-02-02T16:58:43.386" v="410" actId="1036"/>
        <pc:sldMkLst>
          <pc:docMk/>
          <pc:sldMk cId="2265636826" sldId="269"/>
        </pc:sldMkLst>
        <pc:spChg chg="mod">
          <ac:chgData name="Joseph Anyanwu" userId="a9f4a03584880caa" providerId="LiveId" clId="{036C511A-FE14-4633-96F2-CD75C3A8418F}" dt="2026-02-02T16:29:12.823" v="108" actId="255"/>
          <ac:spMkLst>
            <pc:docMk/>
            <pc:sldMk cId="2265636826" sldId="269"/>
            <ac:spMk id="3" creationId="{08D104CF-87E1-1741-4CD0-1339AB5AFF4D}"/>
          </ac:spMkLst>
        </pc:spChg>
        <pc:spChg chg="mod">
          <ac:chgData name="Joseph Anyanwu" userId="a9f4a03584880caa" providerId="LiveId" clId="{036C511A-FE14-4633-96F2-CD75C3A8418F}" dt="2026-02-02T16:58:43.386" v="410" actId="1036"/>
          <ac:spMkLst>
            <pc:docMk/>
            <pc:sldMk cId="2265636826" sldId="269"/>
            <ac:spMk id="5" creationId="{C563334A-9627-CE89-878A-BE0FAA2EB44B}"/>
          </ac:spMkLst>
        </pc:spChg>
        <pc:picChg chg="add mod">
          <ac:chgData name="Joseph Anyanwu" userId="a9f4a03584880caa" providerId="LiveId" clId="{036C511A-FE14-4633-96F2-CD75C3A8418F}" dt="2026-02-02T16:57:22.199" v="371"/>
          <ac:picMkLst>
            <pc:docMk/>
            <pc:sldMk cId="2265636826" sldId="269"/>
            <ac:picMk id="2" creationId="{FCCBA765-75BD-6376-B838-9F6252922B07}"/>
          </ac:picMkLst>
        </pc:picChg>
        <pc:picChg chg="mod">
          <ac:chgData name="Joseph Anyanwu" userId="a9f4a03584880caa" providerId="LiveId" clId="{036C511A-FE14-4633-96F2-CD75C3A8418F}" dt="2026-02-02T16:58:25.610" v="399" actId="1038"/>
          <ac:picMkLst>
            <pc:docMk/>
            <pc:sldMk cId="2265636826" sldId="269"/>
            <ac:picMk id="4" creationId="{EE56A052-7EA7-D0D0-E918-C53E51A92BE2}"/>
          </ac:picMkLst>
        </pc:picChg>
      </pc:sldChg>
      <pc:sldChg chg="addSp modSp mod">
        <pc:chgData name="Joseph Anyanwu" userId="a9f4a03584880caa" providerId="LiveId" clId="{036C511A-FE14-4633-96F2-CD75C3A8418F}" dt="2026-02-02T16:57:56.158" v="386" actId="1036"/>
        <pc:sldMkLst>
          <pc:docMk/>
          <pc:sldMk cId="3801581659" sldId="270"/>
        </pc:sldMkLst>
        <pc:spChg chg="mod">
          <ac:chgData name="Joseph Anyanwu" userId="a9f4a03584880caa" providerId="LiveId" clId="{036C511A-FE14-4633-96F2-CD75C3A8418F}" dt="2026-02-02T16:53:23.860" v="304" actId="14100"/>
          <ac:spMkLst>
            <pc:docMk/>
            <pc:sldMk cId="3801581659" sldId="270"/>
            <ac:spMk id="3" creationId="{47194E52-79DA-79CD-DFC7-CC8BF7691DFA}"/>
          </ac:spMkLst>
        </pc:spChg>
        <pc:spChg chg="mod">
          <ac:chgData name="Joseph Anyanwu" userId="a9f4a03584880caa" providerId="LiveId" clId="{036C511A-FE14-4633-96F2-CD75C3A8418F}" dt="2026-02-02T16:57:56.158" v="386" actId="1036"/>
          <ac:spMkLst>
            <pc:docMk/>
            <pc:sldMk cId="3801581659" sldId="270"/>
            <ac:spMk id="5" creationId="{EA7409B0-F76D-B62D-C8DF-69536CE630C7}"/>
          </ac:spMkLst>
        </pc:spChg>
        <pc:picChg chg="add mod">
          <ac:chgData name="Joseph Anyanwu" userId="a9f4a03584880caa" providerId="LiveId" clId="{036C511A-FE14-4633-96F2-CD75C3A8418F}" dt="2026-02-02T16:53:03.680" v="302"/>
          <ac:picMkLst>
            <pc:docMk/>
            <pc:sldMk cId="3801581659" sldId="270"/>
            <ac:picMk id="2" creationId="{8B4A314A-1D38-A3CC-C92C-374DD3D22E41}"/>
          </ac:picMkLst>
        </pc:picChg>
        <pc:picChg chg="add mod">
          <ac:chgData name="Joseph Anyanwu" userId="a9f4a03584880caa" providerId="LiveId" clId="{036C511A-FE14-4633-96F2-CD75C3A8418F}" dt="2026-02-02T16:57:04.984" v="370"/>
          <ac:picMkLst>
            <pc:docMk/>
            <pc:sldMk cId="3801581659" sldId="270"/>
            <ac:picMk id="4" creationId="{C34DBB09-7F98-8E65-4E4B-999B92C4CC7F}"/>
          </ac:picMkLst>
        </pc:picChg>
        <pc:picChg chg="mod">
          <ac:chgData name="Joseph Anyanwu" userId="a9f4a03584880caa" providerId="LiveId" clId="{036C511A-FE14-4633-96F2-CD75C3A8418F}" dt="2026-02-02T16:57:42.171" v="372" actId="14100"/>
          <ac:picMkLst>
            <pc:docMk/>
            <pc:sldMk cId="3801581659" sldId="270"/>
            <ac:picMk id="6" creationId="{8E91A8C9-1CEA-7C83-6A7F-02BBD2EEB339}"/>
          </ac:picMkLst>
        </pc:picChg>
      </pc:sldChg>
      <pc:sldChg chg="addSp modSp">
        <pc:chgData name="Joseph Anyanwu" userId="a9f4a03584880caa" providerId="LiveId" clId="{036C511A-FE14-4633-96F2-CD75C3A8418F}" dt="2026-02-02T16:58:08.472" v="387"/>
        <pc:sldMkLst>
          <pc:docMk/>
          <pc:sldMk cId="2723567413" sldId="271"/>
        </pc:sldMkLst>
        <pc:picChg chg="add mod">
          <ac:chgData name="Joseph Anyanwu" userId="a9f4a03584880caa" providerId="LiveId" clId="{036C511A-FE14-4633-96F2-CD75C3A8418F}" dt="2026-02-02T16:54:18.481" v="347"/>
          <ac:picMkLst>
            <pc:docMk/>
            <pc:sldMk cId="2723567413" sldId="271"/>
            <ac:picMk id="3" creationId="{6F796166-EA8D-2185-8EC5-4F91496ED1C7}"/>
          </ac:picMkLst>
        </pc:picChg>
        <pc:picChg chg="add mod">
          <ac:chgData name="Joseph Anyanwu" userId="a9f4a03584880caa" providerId="LiveId" clId="{036C511A-FE14-4633-96F2-CD75C3A8418F}" dt="2026-02-02T16:58:08.472" v="387"/>
          <ac:picMkLst>
            <pc:docMk/>
            <pc:sldMk cId="2723567413" sldId="271"/>
            <ac:picMk id="4" creationId="{5BCC149D-3949-5FE1-D25A-EB7FE959FF96}"/>
          </ac:picMkLst>
        </pc:picChg>
      </pc:sldChg>
      <pc:sldChg chg="addSp modSp mod">
        <pc:chgData name="Joseph Anyanwu" userId="a9f4a03584880caa" providerId="LiveId" clId="{036C511A-FE14-4633-96F2-CD75C3A8418F}" dt="2026-02-02T16:56:52.897" v="368"/>
        <pc:sldMkLst>
          <pc:docMk/>
          <pc:sldMk cId="2294398768" sldId="272"/>
        </pc:sldMkLst>
        <pc:spChg chg="mod">
          <ac:chgData name="Joseph Anyanwu" userId="a9f4a03584880caa" providerId="LiveId" clId="{036C511A-FE14-4633-96F2-CD75C3A8418F}" dt="2026-02-02T16:32:56.966" v="129" actId="255"/>
          <ac:spMkLst>
            <pc:docMk/>
            <pc:sldMk cId="2294398768" sldId="272"/>
            <ac:spMk id="2" creationId="{83ED1564-FA02-360A-336C-DFBC72391712}"/>
          </ac:spMkLst>
        </pc:spChg>
        <pc:spChg chg="mod">
          <ac:chgData name="Joseph Anyanwu" userId="a9f4a03584880caa" providerId="LiveId" clId="{036C511A-FE14-4633-96F2-CD75C3A8418F}" dt="2026-02-02T16:33:04.636" v="130" actId="2710"/>
          <ac:spMkLst>
            <pc:docMk/>
            <pc:sldMk cId="2294398768" sldId="272"/>
            <ac:spMk id="4" creationId="{9A55DB6E-9014-C67D-1ABA-31B87BD768F7}"/>
          </ac:spMkLst>
        </pc:spChg>
        <pc:picChg chg="add mod">
          <ac:chgData name="Joseph Anyanwu" userId="a9f4a03584880caa" providerId="LiveId" clId="{036C511A-FE14-4633-96F2-CD75C3A8418F}" dt="2026-02-02T16:55:02.375" v="350"/>
          <ac:picMkLst>
            <pc:docMk/>
            <pc:sldMk cId="2294398768" sldId="272"/>
            <ac:picMk id="3" creationId="{788C5848-2C76-D1B0-C686-106A7C17C887}"/>
          </ac:picMkLst>
        </pc:picChg>
        <pc:picChg chg="add mod">
          <ac:chgData name="Joseph Anyanwu" userId="a9f4a03584880caa" providerId="LiveId" clId="{036C511A-FE14-4633-96F2-CD75C3A8418F}" dt="2026-02-02T16:56:52.897" v="368"/>
          <ac:picMkLst>
            <pc:docMk/>
            <pc:sldMk cId="2294398768" sldId="272"/>
            <ac:picMk id="5" creationId="{B01D0C11-E456-6EED-F9BE-2F87A1036ADE}"/>
          </ac:picMkLst>
        </pc:picChg>
      </pc:sldChg>
      <pc:sldChg chg="addSp modSp mod">
        <pc:chgData name="Joseph Anyanwu" userId="a9f4a03584880caa" providerId="LiveId" clId="{036C511A-FE14-4633-96F2-CD75C3A8418F}" dt="2026-02-02T16:56:37.110" v="365"/>
        <pc:sldMkLst>
          <pc:docMk/>
          <pc:sldMk cId="1051918457" sldId="273"/>
        </pc:sldMkLst>
        <pc:spChg chg="mod">
          <ac:chgData name="Joseph Anyanwu" userId="a9f4a03584880caa" providerId="LiveId" clId="{036C511A-FE14-4633-96F2-CD75C3A8418F}" dt="2026-02-02T16:31:10.911" v="117" actId="255"/>
          <ac:spMkLst>
            <pc:docMk/>
            <pc:sldMk cId="1051918457" sldId="273"/>
            <ac:spMk id="2" creationId="{6DE816FF-2DBC-A723-D97D-45B8E5E32911}"/>
          </ac:spMkLst>
        </pc:spChg>
        <pc:spChg chg="mod">
          <ac:chgData name="Joseph Anyanwu" userId="a9f4a03584880caa" providerId="LiveId" clId="{036C511A-FE14-4633-96F2-CD75C3A8418F}" dt="2026-02-02T16:31:40.400" v="126" actId="20577"/>
          <ac:spMkLst>
            <pc:docMk/>
            <pc:sldMk cId="1051918457" sldId="273"/>
            <ac:spMk id="8" creationId="{AD91CAE4-FEF8-7368-5C10-60695DA0FA13}"/>
          </ac:spMkLst>
        </pc:spChg>
        <pc:picChg chg="add mod">
          <ac:chgData name="Joseph Anyanwu" userId="a9f4a03584880caa" providerId="LiveId" clId="{036C511A-FE14-4633-96F2-CD75C3A8418F}" dt="2026-02-02T16:54:32.562" v="348"/>
          <ac:picMkLst>
            <pc:docMk/>
            <pc:sldMk cId="1051918457" sldId="273"/>
            <ac:picMk id="3" creationId="{1340F985-F155-742F-5AEE-B11B17EDDC16}"/>
          </ac:picMkLst>
        </pc:picChg>
        <pc:picChg chg="add mod">
          <ac:chgData name="Joseph Anyanwu" userId="a9f4a03584880caa" providerId="LiveId" clId="{036C511A-FE14-4633-96F2-CD75C3A8418F}" dt="2026-02-02T16:56:37.110" v="365"/>
          <ac:picMkLst>
            <pc:docMk/>
            <pc:sldMk cId="1051918457" sldId="273"/>
            <ac:picMk id="4" creationId="{287CCF44-4F5A-30FC-FDB1-A6E5251005ED}"/>
          </ac:picMkLst>
        </pc:picChg>
      </pc:sldChg>
      <pc:sldChg chg="addSp modSp mod">
        <pc:chgData name="Joseph Anyanwu" userId="a9f4a03584880caa" providerId="LiveId" clId="{036C511A-FE14-4633-96F2-CD75C3A8418F}" dt="2026-02-02T16:56:40.831" v="366"/>
        <pc:sldMkLst>
          <pc:docMk/>
          <pc:sldMk cId="2245299184" sldId="274"/>
        </pc:sldMkLst>
        <pc:spChg chg="mod">
          <ac:chgData name="Joseph Anyanwu" userId="a9f4a03584880caa" providerId="LiveId" clId="{036C511A-FE14-4633-96F2-CD75C3A8418F}" dt="2026-02-02T16:32:07.677" v="127" actId="255"/>
          <ac:spMkLst>
            <pc:docMk/>
            <pc:sldMk cId="2245299184" sldId="274"/>
            <ac:spMk id="2" creationId="{5DC8B921-E501-AC84-5BDE-7248AAF583E8}"/>
          </ac:spMkLst>
        </pc:spChg>
        <pc:spChg chg="mod">
          <ac:chgData name="Joseph Anyanwu" userId="a9f4a03584880caa" providerId="LiveId" clId="{036C511A-FE14-4633-96F2-CD75C3A8418F}" dt="2026-02-02T16:33:17.107" v="131" actId="2710"/>
          <ac:spMkLst>
            <pc:docMk/>
            <pc:sldMk cId="2245299184" sldId="274"/>
            <ac:spMk id="4" creationId="{D00B8636-3C78-11D3-2583-A99FE9E27408}"/>
          </ac:spMkLst>
        </pc:spChg>
        <pc:picChg chg="add mod">
          <ac:chgData name="Joseph Anyanwu" userId="a9f4a03584880caa" providerId="LiveId" clId="{036C511A-FE14-4633-96F2-CD75C3A8418F}" dt="2026-02-02T16:55:06.314" v="351"/>
          <ac:picMkLst>
            <pc:docMk/>
            <pc:sldMk cId="2245299184" sldId="274"/>
            <ac:picMk id="3" creationId="{9A818D1F-1C48-64BC-69FD-A6EEAD004605}"/>
          </ac:picMkLst>
        </pc:picChg>
        <pc:picChg chg="add mod">
          <ac:chgData name="Joseph Anyanwu" userId="a9f4a03584880caa" providerId="LiveId" clId="{036C511A-FE14-4633-96F2-CD75C3A8418F}" dt="2026-02-02T16:56:40.831" v="366"/>
          <ac:picMkLst>
            <pc:docMk/>
            <pc:sldMk cId="2245299184" sldId="274"/>
            <ac:picMk id="5" creationId="{37E56D68-0867-A16B-0727-4E9CEE417A47}"/>
          </ac:picMkLst>
        </pc:picChg>
      </pc:sldChg>
      <pc:sldChg chg="addSp modSp mod">
        <pc:chgData name="Joseph Anyanwu" userId="a9f4a03584880caa" providerId="LiveId" clId="{036C511A-FE14-4633-96F2-CD75C3A8418F}" dt="2026-02-02T16:56:44.319" v="367"/>
        <pc:sldMkLst>
          <pc:docMk/>
          <pc:sldMk cId="31138465" sldId="275"/>
        </pc:sldMkLst>
        <pc:spChg chg="mod">
          <ac:chgData name="Joseph Anyanwu" userId="a9f4a03584880caa" providerId="LiveId" clId="{036C511A-FE14-4633-96F2-CD75C3A8418F}" dt="2026-02-02T16:33:32.719" v="133" actId="255"/>
          <ac:spMkLst>
            <pc:docMk/>
            <pc:sldMk cId="31138465" sldId="275"/>
            <ac:spMk id="2" creationId="{DA3AF76B-A48A-B1B6-1DDD-950EAB1033A3}"/>
          </ac:spMkLst>
        </pc:spChg>
        <pc:spChg chg="mod">
          <ac:chgData name="Joseph Anyanwu" userId="a9f4a03584880caa" providerId="LiveId" clId="{036C511A-FE14-4633-96F2-CD75C3A8418F}" dt="2026-02-02T16:36:23.634" v="140" actId="20577"/>
          <ac:spMkLst>
            <pc:docMk/>
            <pc:sldMk cId="31138465" sldId="275"/>
            <ac:spMk id="4" creationId="{F2C87787-0A20-A678-8CB6-4578E32ED830}"/>
          </ac:spMkLst>
        </pc:spChg>
        <pc:picChg chg="add mod">
          <ac:chgData name="Joseph Anyanwu" userId="a9f4a03584880caa" providerId="LiveId" clId="{036C511A-FE14-4633-96F2-CD75C3A8418F}" dt="2026-02-02T16:56:29.438" v="364" actId="1038"/>
          <ac:picMkLst>
            <pc:docMk/>
            <pc:sldMk cId="31138465" sldId="275"/>
            <ac:picMk id="3" creationId="{A8C68E65-9DE5-6F62-ACFE-050FAB13C52D}"/>
          </ac:picMkLst>
        </pc:picChg>
        <pc:picChg chg="add mod">
          <ac:chgData name="Joseph Anyanwu" userId="a9f4a03584880caa" providerId="LiveId" clId="{036C511A-FE14-4633-96F2-CD75C3A8418F}" dt="2026-02-02T16:56:44.319" v="367"/>
          <ac:picMkLst>
            <pc:docMk/>
            <pc:sldMk cId="31138465" sldId="275"/>
            <ac:picMk id="5" creationId="{92BF78D8-8280-E842-C53A-5A08CF20BA59}"/>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D0DFCCE-F06D-4645-A914-148003E6D2B1}" type="datetimeFigureOut">
              <a:rPr lang="en-US" smtClean="0"/>
              <a:t>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34A5A07-261D-4EB4-AB0B-0A40A69D21CF}" type="slidenum">
              <a:rPr lang="en-US" smtClean="0"/>
              <a:t>‹#›</a:t>
            </a:fld>
            <a:endParaRPr lang="en-US"/>
          </a:p>
        </p:txBody>
      </p:sp>
    </p:spTree>
    <p:extLst>
      <p:ext uri="{BB962C8B-B14F-4D97-AF65-F5344CB8AC3E}">
        <p14:creationId xmlns:p14="http://schemas.microsoft.com/office/powerpoint/2010/main" val="14474486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7D0DFCCE-F06D-4645-A914-148003E6D2B1}" type="datetimeFigureOut">
              <a:rPr lang="en-US" smtClean="0"/>
              <a:t>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34A5A07-261D-4EB4-AB0B-0A40A69D21CF}" type="slidenum">
              <a:rPr lang="en-US" smtClean="0"/>
              <a:t>‹#›</a:t>
            </a:fld>
            <a:endParaRPr lang="en-US"/>
          </a:p>
        </p:txBody>
      </p:sp>
    </p:spTree>
    <p:extLst>
      <p:ext uri="{BB962C8B-B14F-4D97-AF65-F5344CB8AC3E}">
        <p14:creationId xmlns:p14="http://schemas.microsoft.com/office/powerpoint/2010/main" val="39330278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D0DFCCE-F06D-4645-A914-148003E6D2B1}" type="datetimeFigureOut">
              <a:rPr lang="en-US" smtClean="0"/>
              <a:t>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34A5A07-261D-4EB4-AB0B-0A40A69D21CF}" type="slidenum">
              <a:rPr lang="en-US" smtClean="0"/>
              <a:t>‹#›</a:t>
            </a:fld>
            <a:endParaRPr lang="en-US"/>
          </a:p>
        </p:txBody>
      </p:sp>
    </p:spTree>
    <p:extLst>
      <p:ext uri="{BB962C8B-B14F-4D97-AF65-F5344CB8AC3E}">
        <p14:creationId xmlns:p14="http://schemas.microsoft.com/office/powerpoint/2010/main" val="22164446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D0DFCCE-F06D-4645-A914-148003E6D2B1}" type="datetimeFigureOut">
              <a:rPr lang="en-US" smtClean="0"/>
              <a:t>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34A5A07-261D-4EB4-AB0B-0A40A69D21CF}" type="slidenum">
              <a:rPr lang="en-US" smtClean="0"/>
              <a:t>‹#›</a:t>
            </a:fld>
            <a:endParaRPr lang="en-US"/>
          </a:p>
        </p:txBody>
      </p:sp>
    </p:spTree>
    <p:extLst>
      <p:ext uri="{BB962C8B-B14F-4D97-AF65-F5344CB8AC3E}">
        <p14:creationId xmlns:p14="http://schemas.microsoft.com/office/powerpoint/2010/main" val="32152555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D0DFCCE-F06D-4645-A914-148003E6D2B1}" type="datetimeFigureOut">
              <a:rPr lang="en-US" smtClean="0"/>
              <a:t>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34A5A07-261D-4EB4-AB0B-0A40A69D21CF}" type="slidenum">
              <a:rPr lang="en-US" smtClean="0"/>
              <a:t>‹#›</a:t>
            </a:fld>
            <a:endParaRPr lang="en-US"/>
          </a:p>
        </p:txBody>
      </p:sp>
    </p:spTree>
    <p:extLst>
      <p:ext uri="{BB962C8B-B14F-4D97-AF65-F5344CB8AC3E}">
        <p14:creationId xmlns:p14="http://schemas.microsoft.com/office/powerpoint/2010/main" val="15049489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7D0DFCCE-F06D-4645-A914-148003E6D2B1}" type="datetimeFigureOut">
              <a:rPr lang="en-US" smtClean="0"/>
              <a:t>2/2/2026</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134A5A07-261D-4EB4-AB0B-0A40A69D21CF}" type="slidenum">
              <a:rPr lang="en-US" smtClean="0"/>
              <a:t>‹#›</a:t>
            </a:fld>
            <a:endParaRPr lang="en-US"/>
          </a:p>
        </p:txBody>
      </p:sp>
    </p:spTree>
    <p:extLst>
      <p:ext uri="{BB962C8B-B14F-4D97-AF65-F5344CB8AC3E}">
        <p14:creationId xmlns:p14="http://schemas.microsoft.com/office/powerpoint/2010/main" val="28045852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7D0DFCCE-F06D-4645-A914-148003E6D2B1}" type="datetimeFigureOut">
              <a:rPr lang="en-US" smtClean="0"/>
              <a:t>2/2/2026</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134A5A07-261D-4EB4-AB0B-0A40A69D21CF}" type="slidenum">
              <a:rPr lang="en-US" smtClean="0"/>
              <a:t>‹#›</a:t>
            </a:fld>
            <a:endParaRPr lang="en-US"/>
          </a:p>
        </p:txBody>
      </p:sp>
    </p:spTree>
    <p:extLst>
      <p:ext uri="{BB962C8B-B14F-4D97-AF65-F5344CB8AC3E}">
        <p14:creationId xmlns:p14="http://schemas.microsoft.com/office/powerpoint/2010/main" val="36813095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7D0DFCCE-F06D-4645-A914-148003E6D2B1}" type="datetimeFigureOut">
              <a:rPr lang="en-US" smtClean="0"/>
              <a:t>2/2/2026</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134A5A07-261D-4EB4-AB0B-0A40A69D21CF}" type="slidenum">
              <a:rPr lang="en-US" smtClean="0"/>
              <a:t>‹#›</a:t>
            </a:fld>
            <a:endParaRPr lang="en-US"/>
          </a:p>
        </p:txBody>
      </p:sp>
    </p:spTree>
    <p:extLst>
      <p:ext uri="{BB962C8B-B14F-4D97-AF65-F5344CB8AC3E}">
        <p14:creationId xmlns:p14="http://schemas.microsoft.com/office/powerpoint/2010/main" val="4689972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D0DFCCE-F06D-4645-A914-148003E6D2B1}" type="datetimeFigureOut">
              <a:rPr lang="en-US" smtClean="0"/>
              <a:t>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34A5A07-261D-4EB4-AB0B-0A40A69D21CF}" type="slidenum">
              <a:rPr lang="en-US" smtClean="0"/>
              <a:t>‹#›</a:t>
            </a:fld>
            <a:endParaRPr lang="en-US"/>
          </a:p>
        </p:txBody>
      </p:sp>
    </p:spTree>
    <p:extLst>
      <p:ext uri="{BB962C8B-B14F-4D97-AF65-F5344CB8AC3E}">
        <p14:creationId xmlns:p14="http://schemas.microsoft.com/office/powerpoint/2010/main" val="13178228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D0DFCCE-F06D-4645-A914-148003E6D2B1}" type="datetimeFigureOut">
              <a:rPr lang="en-US" smtClean="0"/>
              <a:t>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34A5A07-261D-4EB4-AB0B-0A40A69D21CF}" type="slidenum">
              <a:rPr lang="en-US" smtClean="0"/>
              <a:t>‹#›</a:t>
            </a:fld>
            <a:endParaRPr lang="en-US"/>
          </a:p>
        </p:txBody>
      </p:sp>
    </p:spTree>
    <p:extLst>
      <p:ext uri="{BB962C8B-B14F-4D97-AF65-F5344CB8AC3E}">
        <p14:creationId xmlns:p14="http://schemas.microsoft.com/office/powerpoint/2010/main" val="21690480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7D0DFCCE-F06D-4645-A914-148003E6D2B1}" type="datetimeFigureOut">
              <a:rPr lang="en-US" smtClean="0"/>
              <a:t>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34A5A07-261D-4EB4-AB0B-0A40A69D21CF}" type="slidenum">
              <a:rPr lang="en-US" smtClean="0"/>
              <a:t>‹#›</a:t>
            </a:fld>
            <a:endParaRPr lang="en-US"/>
          </a:p>
        </p:txBody>
      </p:sp>
    </p:spTree>
    <p:extLst>
      <p:ext uri="{BB962C8B-B14F-4D97-AF65-F5344CB8AC3E}">
        <p14:creationId xmlns:p14="http://schemas.microsoft.com/office/powerpoint/2010/main" val="22949280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7D0DFCCE-F06D-4645-A914-148003E6D2B1}" type="datetimeFigureOut">
              <a:rPr lang="en-US" smtClean="0"/>
              <a:t>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34A5A07-261D-4EB4-AB0B-0A40A69D21CF}"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34012045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D0DFCCE-F06D-4645-A914-148003E6D2B1}" type="datetimeFigureOut">
              <a:rPr lang="en-US" smtClean="0"/>
              <a:t>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34A5A07-261D-4EB4-AB0B-0A40A69D21CF}" type="slidenum">
              <a:rPr lang="en-US" smtClean="0"/>
              <a:t>‹#›</a:t>
            </a:fld>
            <a:endParaRPr lang="en-US"/>
          </a:p>
        </p:txBody>
      </p:sp>
    </p:spTree>
    <p:extLst>
      <p:ext uri="{BB962C8B-B14F-4D97-AF65-F5344CB8AC3E}">
        <p14:creationId xmlns:p14="http://schemas.microsoft.com/office/powerpoint/2010/main" val="22005303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7D0DFCCE-F06D-4645-A914-148003E6D2B1}" type="datetimeFigureOut">
              <a:rPr lang="en-US" smtClean="0"/>
              <a:t>2/2/2026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34A5A07-261D-4EB4-AB0B-0A40A69D21CF}" type="slidenum">
              <a:rPr lang="en-US" smtClean="0"/>
              <a:t>‹#›</a:t>
            </a:fld>
            <a:endParaRPr lang="en-US"/>
          </a:p>
        </p:txBody>
      </p:sp>
    </p:spTree>
    <p:extLst>
      <p:ext uri="{BB962C8B-B14F-4D97-AF65-F5344CB8AC3E}">
        <p14:creationId xmlns:p14="http://schemas.microsoft.com/office/powerpoint/2010/main" val="30373738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7D0DFCCE-F06D-4645-A914-148003E6D2B1}" type="datetimeFigureOut">
              <a:rPr lang="en-US" smtClean="0"/>
              <a:t>2/2/2026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34A5A07-261D-4EB4-AB0B-0A40A69D21CF}" type="slidenum">
              <a:rPr lang="en-US" smtClean="0"/>
              <a:t>‹#›</a:t>
            </a:fld>
            <a:endParaRPr lang="en-US"/>
          </a:p>
        </p:txBody>
      </p:sp>
    </p:spTree>
    <p:extLst>
      <p:ext uri="{BB962C8B-B14F-4D97-AF65-F5344CB8AC3E}">
        <p14:creationId xmlns:p14="http://schemas.microsoft.com/office/powerpoint/2010/main" val="271766153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D0DFCCE-F06D-4645-A914-148003E6D2B1}" type="datetimeFigureOut">
              <a:rPr lang="en-US" smtClean="0"/>
              <a:t>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34A5A07-261D-4EB4-AB0B-0A40A69D21CF}" type="slidenum">
              <a:rPr lang="en-US" smtClean="0"/>
              <a:t>‹#›</a:t>
            </a:fld>
            <a:endParaRPr lang="en-US"/>
          </a:p>
        </p:txBody>
      </p:sp>
    </p:spTree>
    <p:extLst>
      <p:ext uri="{BB962C8B-B14F-4D97-AF65-F5344CB8AC3E}">
        <p14:creationId xmlns:p14="http://schemas.microsoft.com/office/powerpoint/2010/main" val="100711044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D0DFCCE-F06D-4645-A914-148003E6D2B1}" type="datetimeFigureOut">
              <a:rPr lang="en-US" smtClean="0"/>
              <a:t>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34A5A07-261D-4EB4-AB0B-0A40A69D21CF}" type="slidenum">
              <a:rPr lang="en-US" smtClean="0"/>
              <a:t>‹#›</a:t>
            </a:fld>
            <a:endParaRPr lang="en-US"/>
          </a:p>
        </p:txBody>
      </p:sp>
    </p:spTree>
    <p:extLst>
      <p:ext uri="{BB962C8B-B14F-4D97-AF65-F5344CB8AC3E}">
        <p14:creationId xmlns:p14="http://schemas.microsoft.com/office/powerpoint/2010/main" val="7648659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7D0DFCCE-F06D-4645-A914-148003E6D2B1}" type="datetimeFigureOut">
              <a:rPr lang="en-US" smtClean="0"/>
              <a:t>2/2/2026</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134A5A07-261D-4EB4-AB0B-0A40A69D21CF}" type="slidenum">
              <a:rPr lang="en-US" smtClean="0"/>
              <a:t>‹#›</a:t>
            </a:fld>
            <a:endParaRPr lang="en-US"/>
          </a:p>
        </p:txBody>
      </p:sp>
    </p:spTree>
    <p:extLst>
      <p:ext uri="{BB962C8B-B14F-4D97-AF65-F5344CB8AC3E}">
        <p14:creationId xmlns:p14="http://schemas.microsoft.com/office/powerpoint/2010/main" val="1778763877"/>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10.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jpg"/></Relationships>
</file>

<file path=ppt/slides/_rels/slide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13.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10.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14.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16.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jpg"/><Relationship Id="rId5" Type="http://schemas.openxmlformats.org/officeDocument/2006/relationships/image" Target="../media/image5.pn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0F6BF1C-84A4-788A-3C16-FF2EC3FEA222}"/>
              </a:ext>
            </a:extLst>
          </p:cNvPr>
          <p:cNvSpPr txBox="1"/>
          <p:nvPr/>
        </p:nvSpPr>
        <p:spPr>
          <a:xfrm>
            <a:off x="2389239" y="1377870"/>
            <a:ext cx="7325032" cy="2308324"/>
          </a:xfrm>
          <a:prstGeom prst="rect">
            <a:avLst/>
          </a:prstGeom>
          <a:noFill/>
        </p:spPr>
        <p:txBody>
          <a:bodyPr wrap="square">
            <a:spAutoFit/>
          </a:bodyPr>
          <a:lstStyle/>
          <a:p>
            <a:pPr algn="ctr"/>
            <a:r>
              <a:rPr lang="en-US" sz="4000" b="1" dirty="0"/>
              <a:t>A/B Testing for increasing subscribers </a:t>
            </a:r>
          </a:p>
          <a:p>
            <a:endParaRPr lang="en-US" sz="3200" b="1" dirty="0"/>
          </a:p>
          <a:p>
            <a:r>
              <a:rPr lang="en-US" sz="3200" b="1" dirty="0"/>
              <a:t>E-news Express: Business Statistics</a:t>
            </a:r>
          </a:p>
        </p:txBody>
      </p:sp>
      <p:sp>
        <p:nvSpPr>
          <p:cNvPr id="4" name="TextBox 3">
            <a:extLst>
              <a:ext uri="{FF2B5EF4-FFF2-40B4-BE49-F238E27FC236}">
                <a16:creationId xmlns:a16="http://schemas.microsoft.com/office/drawing/2014/main" id="{D8B5451F-2C38-052F-239F-EEB229E55909}"/>
              </a:ext>
            </a:extLst>
          </p:cNvPr>
          <p:cNvSpPr txBox="1"/>
          <p:nvPr/>
        </p:nvSpPr>
        <p:spPr>
          <a:xfrm>
            <a:off x="3342969" y="4650658"/>
            <a:ext cx="5388076" cy="461665"/>
          </a:xfrm>
          <a:prstGeom prst="rect">
            <a:avLst/>
          </a:prstGeom>
          <a:noFill/>
        </p:spPr>
        <p:txBody>
          <a:bodyPr wrap="square" rtlCol="0">
            <a:spAutoFit/>
          </a:bodyPr>
          <a:lstStyle/>
          <a:p>
            <a:pPr algn="ctr"/>
            <a:r>
              <a:rPr lang="en-US" sz="2400" i="1" dirty="0">
                <a:solidFill>
                  <a:srgbClr val="FF0000"/>
                </a:solidFill>
                <a:latin typeface="Kermit Extrabold Expanded" panose="020F0502020204030204" pitchFamily="34" charset="0"/>
              </a:rPr>
              <a:t>Joseph Anyanwu</a:t>
            </a:r>
          </a:p>
        </p:txBody>
      </p:sp>
      <p:pic>
        <p:nvPicPr>
          <p:cNvPr id="5" name="Picture 4">
            <a:extLst>
              <a:ext uri="{FF2B5EF4-FFF2-40B4-BE49-F238E27FC236}">
                <a16:creationId xmlns:a16="http://schemas.microsoft.com/office/drawing/2014/main" id="{11AB2D4B-BC41-2E1A-BAA7-D9EDEE6BE06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883" y="90279"/>
            <a:ext cx="1624482" cy="723637"/>
          </a:xfrm>
          <a:prstGeom prst="rect">
            <a:avLst/>
          </a:prstGeom>
        </p:spPr>
      </p:pic>
      <p:pic>
        <p:nvPicPr>
          <p:cNvPr id="6" name="Picture 5">
            <a:extLst>
              <a:ext uri="{FF2B5EF4-FFF2-40B4-BE49-F238E27FC236}">
                <a16:creationId xmlns:a16="http://schemas.microsoft.com/office/drawing/2014/main" id="{8B759D58-88DC-B336-0A02-B897447E531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75925" y="0"/>
            <a:ext cx="916075" cy="408072"/>
          </a:xfrm>
          <a:prstGeom prst="rect">
            <a:avLst/>
          </a:prstGeom>
        </p:spPr>
      </p:pic>
    </p:spTree>
    <p:extLst>
      <p:ext uri="{BB962C8B-B14F-4D97-AF65-F5344CB8AC3E}">
        <p14:creationId xmlns:p14="http://schemas.microsoft.com/office/powerpoint/2010/main" val="5781722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0374C74-782D-5CD0-AC38-A0ECF7E1C333}"/>
              </a:ext>
            </a:extLst>
          </p:cNvPr>
          <p:cNvSpPr txBox="1"/>
          <p:nvPr/>
        </p:nvSpPr>
        <p:spPr>
          <a:xfrm>
            <a:off x="904568" y="1267966"/>
            <a:ext cx="9488129" cy="4657814"/>
          </a:xfrm>
          <a:prstGeom prst="rect">
            <a:avLst/>
          </a:prstGeom>
          <a:noFill/>
        </p:spPr>
        <p:txBody>
          <a:bodyPr wrap="square">
            <a:spAutoFit/>
          </a:bodyPr>
          <a:lstStyle/>
          <a:p>
            <a:r>
              <a:rPr lang="en-US" sz="3600" b="1" dirty="0"/>
              <a:t>Contents / Agenda </a:t>
            </a:r>
          </a:p>
          <a:p>
            <a:endParaRPr lang="en-US" sz="2800" dirty="0"/>
          </a:p>
          <a:p>
            <a:endParaRPr lang="en-US" sz="2800" dirty="0"/>
          </a:p>
          <a:p>
            <a:pPr marL="457200" indent="-457200">
              <a:lnSpc>
                <a:spcPct val="150000"/>
              </a:lnSpc>
              <a:buFont typeface="Wingdings" panose="05000000000000000000" pitchFamily="2" charset="2"/>
              <a:buChar char="Ø"/>
            </a:pPr>
            <a:r>
              <a:rPr lang="en-US" sz="2800" dirty="0"/>
              <a:t>Executive Summary </a:t>
            </a:r>
          </a:p>
          <a:p>
            <a:pPr marL="457200" indent="-457200">
              <a:lnSpc>
                <a:spcPct val="150000"/>
              </a:lnSpc>
              <a:buFont typeface="Wingdings" panose="05000000000000000000" pitchFamily="2" charset="2"/>
              <a:buChar char="Ø"/>
            </a:pPr>
            <a:r>
              <a:rPr lang="en-US" sz="2800" dirty="0"/>
              <a:t>Business Problem Overview and Solution Approach </a:t>
            </a:r>
          </a:p>
          <a:p>
            <a:pPr marL="457200" indent="-457200">
              <a:lnSpc>
                <a:spcPct val="150000"/>
              </a:lnSpc>
              <a:buFont typeface="Wingdings" panose="05000000000000000000" pitchFamily="2" charset="2"/>
              <a:buChar char="Ø"/>
            </a:pPr>
            <a:r>
              <a:rPr lang="en-US" sz="2800" dirty="0"/>
              <a:t>EDA Results </a:t>
            </a:r>
          </a:p>
          <a:p>
            <a:pPr marL="457200" indent="-457200">
              <a:lnSpc>
                <a:spcPct val="150000"/>
              </a:lnSpc>
              <a:buFont typeface="Wingdings" panose="05000000000000000000" pitchFamily="2" charset="2"/>
              <a:buChar char="Ø"/>
            </a:pPr>
            <a:r>
              <a:rPr lang="en-US" sz="2800" dirty="0"/>
              <a:t>Hypotheses Tested and Results</a:t>
            </a:r>
          </a:p>
          <a:p>
            <a:pPr marL="457200" indent="-457200">
              <a:lnSpc>
                <a:spcPct val="150000"/>
              </a:lnSpc>
              <a:buFont typeface="Wingdings" panose="05000000000000000000" pitchFamily="2" charset="2"/>
              <a:buChar char="Ø"/>
            </a:pPr>
            <a:r>
              <a:rPr lang="en-US" sz="2800" dirty="0"/>
              <a:t>Appendix</a:t>
            </a:r>
          </a:p>
        </p:txBody>
      </p:sp>
      <p:pic>
        <p:nvPicPr>
          <p:cNvPr id="2" name="Picture 1">
            <a:extLst>
              <a:ext uri="{FF2B5EF4-FFF2-40B4-BE49-F238E27FC236}">
                <a16:creationId xmlns:a16="http://schemas.microsoft.com/office/drawing/2014/main" id="{F3142037-080F-B326-F5D8-66EE2F3373A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75925" y="0"/>
            <a:ext cx="916075" cy="408072"/>
          </a:xfrm>
          <a:prstGeom prst="rect">
            <a:avLst/>
          </a:prstGeom>
        </p:spPr>
      </p:pic>
      <p:pic>
        <p:nvPicPr>
          <p:cNvPr id="4" name="Picture 3">
            <a:extLst>
              <a:ext uri="{FF2B5EF4-FFF2-40B4-BE49-F238E27FC236}">
                <a16:creationId xmlns:a16="http://schemas.microsoft.com/office/drawing/2014/main" id="{7C9B2EA0-6C10-F87F-C06A-48C15D2FEAFE}"/>
              </a:ext>
            </a:extLst>
          </p:cNvPr>
          <p:cNvPicPr>
            <a:picLocks noChangeAspect="1"/>
          </p:cNvPicPr>
          <p:nvPr/>
        </p:nvPicPr>
        <p:blipFill>
          <a:blip r:embed="rId3"/>
          <a:stretch>
            <a:fillRect/>
          </a:stretch>
        </p:blipFill>
        <p:spPr>
          <a:xfrm>
            <a:off x="50240" y="6672711"/>
            <a:ext cx="1250718" cy="149973"/>
          </a:xfrm>
          <a:prstGeom prst="rect">
            <a:avLst/>
          </a:prstGeom>
        </p:spPr>
      </p:pic>
    </p:spTree>
    <p:extLst>
      <p:ext uri="{BB962C8B-B14F-4D97-AF65-F5344CB8AC3E}">
        <p14:creationId xmlns:p14="http://schemas.microsoft.com/office/powerpoint/2010/main" val="42177256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CCBE25B-C632-FE9F-A13E-B2E6673D836E}"/>
              </a:ext>
            </a:extLst>
          </p:cNvPr>
          <p:cNvSpPr txBox="1"/>
          <p:nvPr/>
        </p:nvSpPr>
        <p:spPr>
          <a:xfrm>
            <a:off x="2152427" y="10522"/>
            <a:ext cx="6094324" cy="584775"/>
          </a:xfrm>
          <a:prstGeom prst="rect">
            <a:avLst/>
          </a:prstGeom>
          <a:noFill/>
        </p:spPr>
        <p:txBody>
          <a:bodyPr wrap="square">
            <a:spAutoFit/>
          </a:bodyPr>
          <a:lstStyle/>
          <a:p>
            <a:r>
              <a:rPr lang="en-US" sz="3200" b="1" dirty="0"/>
              <a:t>Executive Summary </a:t>
            </a:r>
          </a:p>
        </p:txBody>
      </p:sp>
      <p:sp>
        <p:nvSpPr>
          <p:cNvPr id="5" name="TextBox 4">
            <a:extLst>
              <a:ext uri="{FF2B5EF4-FFF2-40B4-BE49-F238E27FC236}">
                <a16:creationId xmlns:a16="http://schemas.microsoft.com/office/drawing/2014/main" id="{0D346057-8695-0C91-225E-3CC656408850}"/>
              </a:ext>
            </a:extLst>
          </p:cNvPr>
          <p:cNvSpPr txBox="1"/>
          <p:nvPr/>
        </p:nvSpPr>
        <p:spPr>
          <a:xfrm>
            <a:off x="363794" y="926019"/>
            <a:ext cx="11484077" cy="5545044"/>
          </a:xfrm>
          <a:prstGeom prst="rect">
            <a:avLst/>
          </a:prstGeom>
          <a:noFill/>
        </p:spPr>
        <p:txBody>
          <a:bodyPr wrap="square">
            <a:spAutoFit/>
          </a:bodyPr>
          <a:lstStyle/>
          <a:p>
            <a:pPr marL="285750" indent="-285750">
              <a:lnSpc>
                <a:spcPct val="200000"/>
              </a:lnSpc>
              <a:buFont typeface="Wingdings" panose="05000000000000000000" pitchFamily="2" charset="2"/>
              <a:buChar char="Ø"/>
            </a:pPr>
            <a:r>
              <a:rPr lang="en-US" dirty="0"/>
              <a:t>Users spending more time on the new page indicates that the outline &amp; recommended content of the new page are more likely to keep customers engaged long enough to decide to subscribe. </a:t>
            </a:r>
          </a:p>
          <a:p>
            <a:pPr marL="285750" indent="-285750">
              <a:lnSpc>
                <a:spcPct val="200000"/>
              </a:lnSpc>
              <a:buFont typeface="Wingdings" panose="05000000000000000000" pitchFamily="2" charset="2"/>
              <a:buChar char="Ø"/>
            </a:pPr>
            <a:r>
              <a:rPr lang="en-US" dirty="0"/>
              <a:t>The conversion rate for the new page is greater than the conversion rate of the old page, indicating that the new page is more likely to gather new subscribers than the existing page.</a:t>
            </a:r>
          </a:p>
          <a:p>
            <a:pPr marL="285750" indent="-285750">
              <a:lnSpc>
                <a:spcPct val="200000"/>
              </a:lnSpc>
              <a:buFont typeface="Wingdings" panose="05000000000000000000" pitchFamily="2" charset="2"/>
              <a:buChar char="Ø"/>
            </a:pPr>
            <a:r>
              <a:rPr lang="en-US" dirty="0"/>
              <a:t>The conversion status is independent of the preferred language </a:t>
            </a:r>
          </a:p>
          <a:p>
            <a:pPr marL="285750" indent="-285750">
              <a:lnSpc>
                <a:spcPct val="200000"/>
              </a:lnSpc>
              <a:buFont typeface="Wingdings" panose="05000000000000000000" pitchFamily="2" charset="2"/>
              <a:buChar char="Ø"/>
            </a:pPr>
            <a:r>
              <a:rPr lang="en-US" dirty="0"/>
              <a:t>The time spent on the new page does not differ with content in different languages, indicating that irrespective of the language, the outline &amp; recommended content of the new page are engaging.</a:t>
            </a:r>
          </a:p>
          <a:p>
            <a:pPr marL="285750" indent="-285750">
              <a:lnSpc>
                <a:spcPct val="200000"/>
              </a:lnSpc>
              <a:buFont typeface="Wingdings" panose="05000000000000000000" pitchFamily="2" charset="2"/>
              <a:buChar char="Ø"/>
            </a:pPr>
            <a:r>
              <a:rPr lang="en-US" dirty="0"/>
              <a:t>It is recommended that the news company use the new landing page to gather more subscribers, as the tests conducted support the business logic to design a page that people spend time in, and conversion will follow.</a:t>
            </a:r>
          </a:p>
        </p:txBody>
      </p:sp>
      <p:pic>
        <p:nvPicPr>
          <p:cNvPr id="2" name="Picture 1">
            <a:extLst>
              <a:ext uri="{FF2B5EF4-FFF2-40B4-BE49-F238E27FC236}">
                <a16:creationId xmlns:a16="http://schemas.microsoft.com/office/drawing/2014/main" id="{ABE12BAA-51F5-5E4F-18AD-0DBD67F01F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75925" y="0"/>
            <a:ext cx="916075" cy="408072"/>
          </a:xfrm>
          <a:prstGeom prst="rect">
            <a:avLst/>
          </a:prstGeom>
        </p:spPr>
      </p:pic>
      <p:pic>
        <p:nvPicPr>
          <p:cNvPr id="4" name="Picture 3">
            <a:extLst>
              <a:ext uri="{FF2B5EF4-FFF2-40B4-BE49-F238E27FC236}">
                <a16:creationId xmlns:a16="http://schemas.microsoft.com/office/drawing/2014/main" id="{B58857BF-8B5B-5B84-EE9B-8CE8CB63D9C6}"/>
              </a:ext>
            </a:extLst>
          </p:cNvPr>
          <p:cNvPicPr>
            <a:picLocks noChangeAspect="1"/>
          </p:cNvPicPr>
          <p:nvPr/>
        </p:nvPicPr>
        <p:blipFill>
          <a:blip r:embed="rId3"/>
          <a:stretch>
            <a:fillRect/>
          </a:stretch>
        </p:blipFill>
        <p:spPr>
          <a:xfrm>
            <a:off x="50240" y="6672711"/>
            <a:ext cx="1250718" cy="149973"/>
          </a:xfrm>
          <a:prstGeom prst="rect">
            <a:avLst/>
          </a:prstGeom>
        </p:spPr>
      </p:pic>
    </p:spTree>
    <p:extLst>
      <p:ext uri="{BB962C8B-B14F-4D97-AF65-F5344CB8AC3E}">
        <p14:creationId xmlns:p14="http://schemas.microsoft.com/office/powerpoint/2010/main" val="31568889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E0B8E65-65EE-FF60-D89B-7C6C0A8FE1B4}"/>
              </a:ext>
            </a:extLst>
          </p:cNvPr>
          <p:cNvSpPr txBox="1"/>
          <p:nvPr/>
        </p:nvSpPr>
        <p:spPr>
          <a:xfrm>
            <a:off x="599768" y="70974"/>
            <a:ext cx="10559845" cy="523220"/>
          </a:xfrm>
          <a:prstGeom prst="rect">
            <a:avLst/>
          </a:prstGeom>
          <a:noFill/>
        </p:spPr>
        <p:txBody>
          <a:bodyPr wrap="square">
            <a:spAutoFit/>
          </a:bodyPr>
          <a:lstStyle/>
          <a:p>
            <a:r>
              <a:rPr lang="en-US" sz="2800" b="1" dirty="0"/>
              <a:t>Business Problem Overview and Solution Approach</a:t>
            </a:r>
          </a:p>
        </p:txBody>
      </p:sp>
      <p:sp>
        <p:nvSpPr>
          <p:cNvPr id="5" name="TextBox 4">
            <a:extLst>
              <a:ext uri="{FF2B5EF4-FFF2-40B4-BE49-F238E27FC236}">
                <a16:creationId xmlns:a16="http://schemas.microsoft.com/office/drawing/2014/main" id="{CA5BE3AF-2B0B-96E7-DD7E-A6486225E746}"/>
              </a:ext>
            </a:extLst>
          </p:cNvPr>
          <p:cNvSpPr txBox="1"/>
          <p:nvPr/>
        </p:nvSpPr>
        <p:spPr>
          <a:xfrm>
            <a:off x="117987" y="808142"/>
            <a:ext cx="11956026" cy="5856668"/>
          </a:xfrm>
          <a:prstGeom prst="rect">
            <a:avLst/>
          </a:prstGeom>
          <a:noFill/>
        </p:spPr>
        <p:txBody>
          <a:bodyPr wrap="square">
            <a:spAutoFit/>
          </a:bodyPr>
          <a:lstStyle/>
          <a:p>
            <a:pPr marL="285750" indent="-285750">
              <a:lnSpc>
                <a:spcPct val="150000"/>
              </a:lnSpc>
              <a:buFont typeface="Wingdings" panose="05000000000000000000" pitchFamily="2" charset="2"/>
              <a:buChar char="Ø"/>
            </a:pPr>
            <a:r>
              <a:rPr lang="en-US" dirty="0"/>
              <a:t>E-news Express is an online news portal that aims to expand its business by acquiring new subscribers based on its analysis of user actions to understand user interests and determine how to drive better engagement </a:t>
            </a:r>
          </a:p>
          <a:p>
            <a:pPr marL="285750" indent="-285750">
              <a:lnSpc>
                <a:spcPct val="150000"/>
              </a:lnSpc>
              <a:buFont typeface="Wingdings" panose="05000000000000000000" pitchFamily="2" charset="2"/>
              <a:buChar char="Ø"/>
            </a:pPr>
            <a:r>
              <a:rPr lang="en-US" dirty="0"/>
              <a:t>The executives at E-news Express think that there has been a decline in new monthly subscribers compared to the past year because the current webpage is not designed well enough in terms of the outline &amp; recommended content to keep customers engaged long enough to decide to subscribe </a:t>
            </a:r>
          </a:p>
          <a:p>
            <a:pPr marL="285750" indent="-285750">
              <a:lnSpc>
                <a:spcPct val="150000"/>
              </a:lnSpc>
              <a:buFont typeface="Wingdings" panose="05000000000000000000" pitchFamily="2" charset="2"/>
              <a:buChar char="Ø"/>
            </a:pPr>
            <a:r>
              <a:rPr lang="en-US" dirty="0"/>
              <a:t>The design team of the company has researched and created a new landing page that has a new outline &amp; more relevant content shown compared to the old page. The Data Science team experimented by displaying the old and the new landing pages to two sets of users and recording their activity. They want to test the effectiveness of the new landing page based on the data collected from the experiment. </a:t>
            </a:r>
          </a:p>
          <a:p>
            <a:pPr marL="285750" indent="-285750">
              <a:lnSpc>
                <a:spcPct val="150000"/>
              </a:lnSpc>
              <a:buFont typeface="Wingdings" panose="05000000000000000000" pitchFamily="2" charset="2"/>
              <a:buChar char="Ø"/>
            </a:pPr>
            <a:r>
              <a:rPr lang="en-US" dirty="0"/>
              <a:t>The task is to explore the data and perform a statistical analysis (at 5% significance) to determine the effectiveness of the new landing page in gathering new subscribers for the news portal by testing certain hypotheses.</a:t>
            </a:r>
          </a:p>
        </p:txBody>
      </p:sp>
      <p:pic>
        <p:nvPicPr>
          <p:cNvPr id="2" name="Picture 1">
            <a:extLst>
              <a:ext uri="{FF2B5EF4-FFF2-40B4-BE49-F238E27FC236}">
                <a16:creationId xmlns:a16="http://schemas.microsoft.com/office/drawing/2014/main" id="{9B95A2F4-20AA-8E13-D98B-D5A0DC3DABC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75925" y="0"/>
            <a:ext cx="916075" cy="408072"/>
          </a:xfrm>
          <a:prstGeom prst="rect">
            <a:avLst/>
          </a:prstGeom>
        </p:spPr>
      </p:pic>
      <p:pic>
        <p:nvPicPr>
          <p:cNvPr id="4" name="Picture 3">
            <a:extLst>
              <a:ext uri="{FF2B5EF4-FFF2-40B4-BE49-F238E27FC236}">
                <a16:creationId xmlns:a16="http://schemas.microsoft.com/office/drawing/2014/main" id="{47FB40FB-AFFA-0FBB-3FCF-E10B88AA79D2}"/>
              </a:ext>
            </a:extLst>
          </p:cNvPr>
          <p:cNvPicPr>
            <a:picLocks noChangeAspect="1"/>
          </p:cNvPicPr>
          <p:nvPr/>
        </p:nvPicPr>
        <p:blipFill>
          <a:blip r:embed="rId3"/>
          <a:stretch>
            <a:fillRect/>
          </a:stretch>
        </p:blipFill>
        <p:spPr>
          <a:xfrm>
            <a:off x="50240" y="6672711"/>
            <a:ext cx="1250718" cy="149973"/>
          </a:xfrm>
          <a:prstGeom prst="rect">
            <a:avLst/>
          </a:prstGeom>
        </p:spPr>
      </p:pic>
    </p:spTree>
    <p:extLst>
      <p:ext uri="{BB962C8B-B14F-4D97-AF65-F5344CB8AC3E}">
        <p14:creationId xmlns:p14="http://schemas.microsoft.com/office/powerpoint/2010/main" val="36357281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4201A02-4A48-C2CF-6A8E-2BD6322E8B40}"/>
              </a:ext>
            </a:extLst>
          </p:cNvPr>
          <p:cNvSpPr txBox="1"/>
          <p:nvPr/>
        </p:nvSpPr>
        <p:spPr>
          <a:xfrm>
            <a:off x="1278194" y="110302"/>
            <a:ext cx="8436077" cy="584775"/>
          </a:xfrm>
          <a:prstGeom prst="rect">
            <a:avLst/>
          </a:prstGeom>
          <a:noFill/>
        </p:spPr>
        <p:txBody>
          <a:bodyPr wrap="square">
            <a:spAutoFit/>
          </a:bodyPr>
          <a:lstStyle/>
          <a:p>
            <a:pPr algn="ctr"/>
            <a:r>
              <a:rPr lang="en-US" sz="3200" b="1" dirty="0"/>
              <a:t>EDA Results – Time spent on the page</a:t>
            </a:r>
          </a:p>
        </p:txBody>
      </p:sp>
      <p:sp>
        <p:nvSpPr>
          <p:cNvPr id="5" name="TextBox 4">
            <a:extLst>
              <a:ext uri="{FF2B5EF4-FFF2-40B4-BE49-F238E27FC236}">
                <a16:creationId xmlns:a16="http://schemas.microsoft.com/office/drawing/2014/main" id="{3091AC6C-E28E-F888-E059-E22E556EE121}"/>
              </a:ext>
            </a:extLst>
          </p:cNvPr>
          <p:cNvSpPr txBox="1"/>
          <p:nvPr/>
        </p:nvSpPr>
        <p:spPr>
          <a:xfrm>
            <a:off x="481564" y="5052459"/>
            <a:ext cx="8829583" cy="1113062"/>
          </a:xfrm>
          <a:prstGeom prst="rect">
            <a:avLst/>
          </a:prstGeom>
          <a:noFill/>
        </p:spPr>
        <p:txBody>
          <a:bodyPr wrap="square">
            <a:spAutoFit/>
          </a:bodyPr>
          <a:lstStyle/>
          <a:p>
            <a:pPr marL="285750" indent="-285750">
              <a:lnSpc>
                <a:spcPct val="200000"/>
              </a:lnSpc>
              <a:buFont typeface="Wingdings" panose="05000000000000000000" pitchFamily="2" charset="2"/>
              <a:buChar char="Ø"/>
            </a:pPr>
            <a:r>
              <a:rPr lang="en-US" dirty="0"/>
              <a:t>The time spent on the page seems to have an almost normal distribution. </a:t>
            </a:r>
          </a:p>
          <a:p>
            <a:pPr marL="285750" indent="-285750">
              <a:lnSpc>
                <a:spcPct val="200000"/>
              </a:lnSpc>
              <a:buFont typeface="Wingdings" panose="05000000000000000000" pitchFamily="2" charset="2"/>
              <a:buChar char="Ø"/>
            </a:pPr>
            <a:r>
              <a:rPr lang="en-US" dirty="0"/>
              <a:t>There are no outliers in this column.</a:t>
            </a:r>
          </a:p>
        </p:txBody>
      </p:sp>
      <p:pic>
        <p:nvPicPr>
          <p:cNvPr id="7" name="Picture 6">
            <a:extLst>
              <a:ext uri="{FF2B5EF4-FFF2-40B4-BE49-F238E27FC236}">
                <a16:creationId xmlns:a16="http://schemas.microsoft.com/office/drawing/2014/main" id="{F1A6F0BB-6613-B0C3-09A5-D0C81C7DA582}"/>
              </a:ext>
            </a:extLst>
          </p:cNvPr>
          <p:cNvPicPr>
            <a:picLocks noChangeAspect="1"/>
          </p:cNvPicPr>
          <p:nvPr/>
        </p:nvPicPr>
        <p:blipFill>
          <a:blip r:embed="rId2"/>
          <a:stretch>
            <a:fillRect/>
          </a:stretch>
        </p:blipFill>
        <p:spPr>
          <a:xfrm>
            <a:off x="727587" y="1199536"/>
            <a:ext cx="10156723" cy="3578942"/>
          </a:xfrm>
          <a:prstGeom prst="rect">
            <a:avLst/>
          </a:prstGeom>
        </p:spPr>
      </p:pic>
      <p:pic>
        <p:nvPicPr>
          <p:cNvPr id="4" name="Picture 3">
            <a:extLst>
              <a:ext uri="{FF2B5EF4-FFF2-40B4-BE49-F238E27FC236}">
                <a16:creationId xmlns:a16="http://schemas.microsoft.com/office/drawing/2014/main" id="{23E29DEC-32C0-C6B9-C75A-62E1409D702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75925" y="0"/>
            <a:ext cx="916075" cy="408072"/>
          </a:xfrm>
          <a:prstGeom prst="rect">
            <a:avLst/>
          </a:prstGeom>
        </p:spPr>
      </p:pic>
      <p:pic>
        <p:nvPicPr>
          <p:cNvPr id="6" name="Picture 5">
            <a:extLst>
              <a:ext uri="{FF2B5EF4-FFF2-40B4-BE49-F238E27FC236}">
                <a16:creationId xmlns:a16="http://schemas.microsoft.com/office/drawing/2014/main" id="{D69E1026-5B08-CD5E-79DB-6AE0868373F2}"/>
              </a:ext>
            </a:extLst>
          </p:cNvPr>
          <p:cNvPicPr>
            <a:picLocks noChangeAspect="1"/>
          </p:cNvPicPr>
          <p:nvPr/>
        </p:nvPicPr>
        <p:blipFill>
          <a:blip r:embed="rId4"/>
          <a:stretch>
            <a:fillRect/>
          </a:stretch>
        </p:blipFill>
        <p:spPr>
          <a:xfrm>
            <a:off x="50240" y="6672711"/>
            <a:ext cx="1250718" cy="149973"/>
          </a:xfrm>
          <a:prstGeom prst="rect">
            <a:avLst/>
          </a:prstGeom>
        </p:spPr>
      </p:pic>
    </p:spTree>
    <p:extLst>
      <p:ext uri="{BB962C8B-B14F-4D97-AF65-F5344CB8AC3E}">
        <p14:creationId xmlns:p14="http://schemas.microsoft.com/office/powerpoint/2010/main" val="34539416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4A5566-D65F-2F73-69CF-680E50DDA99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802ABC0-5439-F48F-AAED-ABDDFC018E33}"/>
              </a:ext>
            </a:extLst>
          </p:cNvPr>
          <p:cNvSpPr txBox="1"/>
          <p:nvPr/>
        </p:nvSpPr>
        <p:spPr>
          <a:xfrm>
            <a:off x="1278194" y="110302"/>
            <a:ext cx="8799871" cy="584775"/>
          </a:xfrm>
          <a:prstGeom prst="rect">
            <a:avLst/>
          </a:prstGeom>
          <a:noFill/>
        </p:spPr>
        <p:txBody>
          <a:bodyPr wrap="square">
            <a:spAutoFit/>
          </a:bodyPr>
          <a:lstStyle/>
          <a:p>
            <a:pPr algn="ctr"/>
            <a:r>
              <a:rPr lang="en-US" sz="3200" b="1" dirty="0"/>
              <a:t>EDA Results – Group &amp; Landing Page</a:t>
            </a:r>
          </a:p>
        </p:txBody>
      </p:sp>
      <p:sp>
        <p:nvSpPr>
          <p:cNvPr id="5" name="TextBox 4">
            <a:extLst>
              <a:ext uri="{FF2B5EF4-FFF2-40B4-BE49-F238E27FC236}">
                <a16:creationId xmlns:a16="http://schemas.microsoft.com/office/drawing/2014/main" id="{FE293761-91B7-2774-61A0-0121B2A02FC4}"/>
              </a:ext>
            </a:extLst>
          </p:cNvPr>
          <p:cNvSpPr txBox="1"/>
          <p:nvPr/>
        </p:nvSpPr>
        <p:spPr>
          <a:xfrm>
            <a:off x="216311" y="4159206"/>
            <a:ext cx="5299586" cy="2221057"/>
          </a:xfrm>
          <a:prstGeom prst="rect">
            <a:avLst/>
          </a:prstGeom>
          <a:noFill/>
        </p:spPr>
        <p:txBody>
          <a:bodyPr wrap="square">
            <a:spAutoFit/>
          </a:bodyPr>
          <a:lstStyle/>
          <a:p>
            <a:pPr marL="285750" indent="-285750">
              <a:lnSpc>
                <a:spcPct val="200000"/>
              </a:lnSpc>
              <a:buFont typeface="Wingdings" panose="05000000000000000000" pitchFamily="2" charset="2"/>
              <a:buChar char="Ø"/>
            </a:pPr>
            <a:r>
              <a:rPr lang="en-US" dirty="0"/>
              <a:t>There are 2 unique groups - control and treatment. </a:t>
            </a:r>
          </a:p>
          <a:p>
            <a:pPr marL="285750" indent="-285750">
              <a:lnSpc>
                <a:spcPct val="200000"/>
              </a:lnSpc>
              <a:buFont typeface="Wingdings" panose="05000000000000000000" pitchFamily="2" charset="2"/>
              <a:buChar char="Ø"/>
            </a:pPr>
            <a:r>
              <a:rPr lang="en-US" dirty="0"/>
              <a:t>The distribution of the number of users across the two groups are the same</a:t>
            </a:r>
          </a:p>
        </p:txBody>
      </p:sp>
      <p:pic>
        <p:nvPicPr>
          <p:cNvPr id="4" name="Picture 3">
            <a:extLst>
              <a:ext uri="{FF2B5EF4-FFF2-40B4-BE49-F238E27FC236}">
                <a16:creationId xmlns:a16="http://schemas.microsoft.com/office/drawing/2014/main" id="{22793B8F-037B-8B28-3350-10D1246234A6}"/>
              </a:ext>
            </a:extLst>
          </p:cNvPr>
          <p:cNvPicPr>
            <a:picLocks noChangeAspect="1"/>
          </p:cNvPicPr>
          <p:nvPr/>
        </p:nvPicPr>
        <p:blipFill>
          <a:blip r:embed="rId2"/>
          <a:stretch>
            <a:fillRect/>
          </a:stretch>
        </p:blipFill>
        <p:spPr>
          <a:xfrm>
            <a:off x="1405691" y="1149415"/>
            <a:ext cx="9016230" cy="2866949"/>
          </a:xfrm>
          <a:prstGeom prst="rect">
            <a:avLst/>
          </a:prstGeom>
        </p:spPr>
      </p:pic>
      <p:sp>
        <p:nvSpPr>
          <p:cNvPr id="6" name="TextBox 5">
            <a:extLst>
              <a:ext uri="{FF2B5EF4-FFF2-40B4-BE49-F238E27FC236}">
                <a16:creationId xmlns:a16="http://schemas.microsoft.com/office/drawing/2014/main" id="{AD816447-3E8E-5779-FAD8-24B58E273947}"/>
              </a:ext>
            </a:extLst>
          </p:cNvPr>
          <p:cNvSpPr txBox="1"/>
          <p:nvPr/>
        </p:nvSpPr>
        <p:spPr>
          <a:xfrm>
            <a:off x="6521380" y="4159206"/>
            <a:ext cx="5574889" cy="1667059"/>
          </a:xfrm>
          <a:prstGeom prst="rect">
            <a:avLst/>
          </a:prstGeom>
          <a:noFill/>
        </p:spPr>
        <p:txBody>
          <a:bodyPr wrap="square">
            <a:spAutoFit/>
          </a:bodyPr>
          <a:lstStyle/>
          <a:p>
            <a:pPr marL="285750" indent="-285750">
              <a:lnSpc>
                <a:spcPct val="200000"/>
              </a:lnSpc>
              <a:buFont typeface="Wingdings" panose="05000000000000000000" pitchFamily="2" charset="2"/>
              <a:buChar char="Ø"/>
            </a:pPr>
            <a:r>
              <a:rPr lang="en-US" dirty="0"/>
              <a:t>There are 2 landing pages - new and old. </a:t>
            </a:r>
          </a:p>
          <a:p>
            <a:pPr marL="285750" indent="-285750">
              <a:lnSpc>
                <a:spcPct val="200000"/>
              </a:lnSpc>
              <a:buFont typeface="Wingdings" panose="05000000000000000000" pitchFamily="2" charset="2"/>
              <a:buChar char="Ø"/>
            </a:pPr>
            <a:r>
              <a:rPr lang="en-US" dirty="0"/>
              <a:t>The distribution of the number of users across the two landing pages is the same.</a:t>
            </a:r>
          </a:p>
        </p:txBody>
      </p:sp>
      <p:pic>
        <p:nvPicPr>
          <p:cNvPr id="2" name="Picture 1">
            <a:extLst>
              <a:ext uri="{FF2B5EF4-FFF2-40B4-BE49-F238E27FC236}">
                <a16:creationId xmlns:a16="http://schemas.microsoft.com/office/drawing/2014/main" id="{895D4C68-A01B-6FD6-C229-4F6A3E51F9A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75925" y="0"/>
            <a:ext cx="916075" cy="408072"/>
          </a:xfrm>
          <a:prstGeom prst="rect">
            <a:avLst/>
          </a:prstGeom>
        </p:spPr>
      </p:pic>
      <p:pic>
        <p:nvPicPr>
          <p:cNvPr id="7" name="Picture 6">
            <a:extLst>
              <a:ext uri="{FF2B5EF4-FFF2-40B4-BE49-F238E27FC236}">
                <a16:creationId xmlns:a16="http://schemas.microsoft.com/office/drawing/2014/main" id="{46B358B5-6E10-F939-4E9C-7599894A7702}"/>
              </a:ext>
            </a:extLst>
          </p:cNvPr>
          <p:cNvPicPr>
            <a:picLocks noChangeAspect="1"/>
          </p:cNvPicPr>
          <p:nvPr/>
        </p:nvPicPr>
        <p:blipFill>
          <a:blip r:embed="rId4"/>
          <a:stretch>
            <a:fillRect/>
          </a:stretch>
        </p:blipFill>
        <p:spPr>
          <a:xfrm>
            <a:off x="50240" y="6672711"/>
            <a:ext cx="1250718" cy="149973"/>
          </a:xfrm>
          <a:prstGeom prst="rect">
            <a:avLst/>
          </a:prstGeom>
        </p:spPr>
      </p:pic>
    </p:spTree>
    <p:extLst>
      <p:ext uri="{BB962C8B-B14F-4D97-AF65-F5344CB8AC3E}">
        <p14:creationId xmlns:p14="http://schemas.microsoft.com/office/powerpoint/2010/main" val="14198568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E6CAF4-0645-E3D2-3D88-CE6E29AE08A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575F4F4-8D67-31FF-4288-181C6ADA1735}"/>
              </a:ext>
            </a:extLst>
          </p:cNvPr>
          <p:cNvSpPr txBox="1"/>
          <p:nvPr/>
        </p:nvSpPr>
        <p:spPr>
          <a:xfrm>
            <a:off x="363794" y="142002"/>
            <a:ext cx="11228438" cy="584775"/>
          </a:xfrm>
          <a:prstGeom prst="rect">
            <a:avLst/>
          </a:prstGeom>
          <a:noFill/>
        </p:spPr>
        <p:txBody>
          <a:bodyPr wrap="square">
            <a:spAutoFit/>
          </a:bodyPr>
          <a:lstStyle/>
          <a:p>
            <a:pPr algn="ctr"/>
            <a:r>
              <a:rPr lang="en-US" sz="3200" b="1" dirty="0"/>
              <a:t>EDA Results – Converted status &amp; Preferred language </a:t>
            </a:r>
          </a:p>
        </p:txBody>
      </p:sp>
      <p:sp>
        <p:nvSpPr>
          <p:cNvPr id="5" name="TextBox 4">
            <a:extLst>
              <a:ext uri="{FF2B5EF4-FFF2-40B4-BE49-F238E27FC236}">
                <a16:creationId xmlns:a16="http://schemas.microsoft.com/office/drawing/2014/main" id="{0BC4B6D9-05E0-D855-D4E7-3ADE85A5C20C}"/>
              </a:ext>
            </a:extLst>
          </p:cNvPr>
          <p:cNvSpPr txBox="1"/>
          <p:nvPr/>
        </p:nvSpPr>
        <p:spPr>
          <a:xfrm>
            <a:off x="39328" y="4085978"/>
            <a:ext cx="4778477" cy="2221057"/>
          </a:xfrm>
          <a:prstGeom prst="rect">
            <a:avLst/>
          </a:prstGeom>
          <a:noFill/>
        </p:spPr>
        <p:txBody>
          <a:bodyPr wrap="square">
            <a:spAutoFit/>
          </a:bodyPr>
          <a:lstStyle/>
          <a:p>
            <a:pPr marL="285750" indent="-285750">
              <a:lnSpc>
                <a:spcPct val="200000"/>
              </a:lnSpc>
              <a:buFont typeface="Wingdings" panose="05000000000000000000" pitchFamily="2" charset="2"/>
              <a:buChar char="Ø"/>
            </a:pPr>
            <a:r>
              <a:rPr lang="en-US" dirty="0"/>
              <a:t>Overall, 54 users get converted after visiting the landing page.</a:t>
            </a:r>
          </a:p>
          <a:p>
            <a:pPr marL="285750" indent="-285750">
              <a:lnSpc>
                <a:spcPct val="200000"/>
              </a:lnSpc>
              <a:buFont typeface="Wingdings" panose="05000000000000000000" pitchFamily="2" charset="2"/>
              <a:buChar char="Ø"/>
            </a:pPr>
            <a:r>
              <a:rPr lang="en-US" dirty="0"/>
              <a:t> 46 users do not get converted after visiting the landing page.</a:t>
            </a:r>
          </a:p>
        </p:txBody>
      </p:sp>
      <p:sp>
        <p:nvSpPr>
          <p:cNvPr id="6" name="TextBox 5">
            <a:extLst>
              <a:ext uri="{FF2B5EF4-FFF2-40B4-BE49-F238E27FC236}">
                <a16:creationId xmlns:a16="http://schemas.microsoft.com/office/drawing/2014/main" id="{D1588B37-9BC1-8F0C-A244-82DD15BEB379}"/>
              </a:ext>
            </a:extLst>
          </p:cNvPr>
          <p:cNvSpPr txBox="1"/>
          <p:nvPr/>
        </p:nvSpPr>
        <p:spPr>
          <a:xfrm>
            <a:off x="5319252" y="4059035"/>
            <a:ext cx="6833420" cy="2775055"/>
          </a:xfrm>
          <a:prstGeom prst="rect">
            <a:avLst/>
          </a:prstGeom>
          <a:noFill/>
        </p:spPr>
        <p:txBody>
          <a:bodyPr wrap="square">
            <a:spAutoFit/>
          </a:bodyPr>
          <a:lstStyle/>
          <a:p>
            <a:pPr marL="285750" indent="-285750">
              <a:lnSpc>
                <a:spcPct val="200000"/>
              </a:lnSpc>
              <a:buFont typeface="Wingdings" panose="05000000000000000000" pitchFamily="2" charset="2"/>
              <a:buChar char="Ø"/>
            </a:pPr>
            <a:r>
              <a:rPr lang="en-US" dirty="0"/>
              <a:t>The distribution of the number of users across various preferred languages above is almost uniform.</a:t>
            </a:r>
          </a:p>
          <a:p>
            <a:pPr marL="285750" indent="-285750">
              <a:lnSpc>
                <a:spcPct val="200000"/>
              </a:lnSpc>
              <a:buFont typeface="Wingdings" panose="05000000000000000000" pitchFamily="2" charset="2"/>
              <a:buChar char="Ø"/>
            </a:pPr>
            <a:r>
              <a:rPr lang="en-US" dirty="0"/>
              <a:t>There are 3 unique preferred languages - English, French, and Spanish. Spanish and French both have been equally and mostly preferred by users.</a:t>
            </a:r>
          </a:p>
        </p:txBody>
      </p:sp>
      <p:pic>
        <p:nvPicPr>
          <p:cNvPr id="7" name="Picture 6">
            <a:extLst>
              <a:ext uri="{FF2B5EF4-FFF2-40B4-BE49-F238E27FC236}">
                <a16:creationId xmlns:a16="http://schemas.microsoft.com/office/drawing/2014/main" id="{A4BEE1EB-6318-1C64-3ABD-645C2C7F6EE0}"/>
              </a:ext>
            </a:extLst>
          </p:cNvPr>
          <p:cNvPicPr>
            <a:picLocks noChangeAspect="1"/>
          </p:cNvPicPr>
          <p:nvPr/>
        </p:nvPicPr>
        <p:blipFill>
          <a:blip r:embed="rId2"/>
          <a:stretch>
            <a:fillRect/>
          </a:stretch>
        </p:blipFill>
        <p:spPr>
          <a:xfrm>
            <a:off x="1388279" y="1108636"/>
            <a:ext cx="8907986" cy="2775022"/>
          </a:xfrm>
          <a:prstGeom prst="rect">
            <a:avLst/>
          </a:prstGeom>
        </p:spPr>
      </p:pic>
      <p:pic>
        <p:nvPicPr>
          <p:cNvPr id="2" name="Picture 1">
            <a:extLst>
              <a:ext uri="{FF2B5EF4-FFF2-40B4-BE49-F238E27FC236}">
                <a16:creationId xmlns:a16="http://schemas.microsoft.com/office/drawing/2014/main" id="{F94E8448-78BC-5BE5-7BB6-92C2D0BEB57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75925" y="0"/>
            <a:ext cx="916075" cy="408072"/>
          </a:xfrm>
          <a:prstGeom prst="rect">
            <a:avLst/>
          </a:prstGeom>
        </p:spPr>
      </p:pic>
      <p:pic>
        <p:nvPicPr>
          <p:cNvPr id="4" name="Picture 3">
            <a:extLst>
              <a:ext uri="{FF2B5EF4-FFF2-40B4-BE49-F238E27FC236}">
                <a16:creationId xmlns:a16="http://schemas.microsoft.com/office/drawing/2014/main" id="{464AC389-57DC-3BD0-198F-93D35D2DC5B0}"/>
              </a:ext>
            </a:extLst>
          </p:cNvPr>
          <p:cNvPicPr>
            <a:picLocks noChangeAspect="1"/>
          </p:cNvPicPr>
          <p:nvPr/>
        </p:nvPicPr>
        <p:blipFill>
          <a:blip r:embed="rId4"/>
          <a:stretch>
            <a:fillRect/>
          </a:stretch>
        </p:blipFill>
        <p:spPr>
          <a:xfrm>
            <a:off x="50240" y="6672711"/>
            <a:ext cx="1250718" cy="149973"/>
          </a:xfrm>
          <a:prstGeom prst="rect">
            <a:avLst/>
          </a:prstGeom>
        </p:spPr>
      </p:pic>
    </p:spTree>
    <p:extLst>
      <p:ext uri="{BB962C8B-B14F-4D97-AF65-F5344CB8AC3E}">
        <p14:creationId xmlns:p14="http://schemas.microsoft.com/office/powerpoint/2010/main" val="7710451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4313C1-D32F-AB1E-E474-7CAA6129CCA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2E45B07-D724-5D40-0480-43F2B3FE41B3}"/>
              </a:ext>
            </a:extLst>
          </p:cNvPr>
          <p:cNvSpPr txBox="1"/>
          <p:nvPr/>
        </p:nvSpPr>
        <p:spPr>
          <a:xfrm>
            <a:off x="1278194" y="110302"/>
            <a:ext cx="8003457" cy="584775"/>
          </a:xfrm>
          <a:prstGeom prst="rect">
            <a:avLst/>
          </a:prstGeom>
          <a:noFill/>
        </p:spPr>
        <p:txBody>
          <a:bodyPr wrap="square">
            <a:spAutoFit/>
          </a:bodyPr>
          <a:lstStyle/>
          <a:p>
            <a:pPr algn="ctr"/>
            <a:r>
              <a:rPr lang="en-US" sz="3200" b="1" dirty="0"/>
              <a:t>EDA Results - Bivariate Analysis</a:t>
            </a:r>
          </a:p>
        </p:txBody>
      </p:sp>
      <p:sp>
        <p:nvSpPr>
          <p:cNvPr id="5" name="TextBox 4">
            <a:extLst>
              <a:ext uri="{FF2B5EF4-FFF2-40B4-BE49-F238E27FC236}">
                <a16:creationId xmlns:a16="http://schemas.microsoft.com/office/drawing/2014/main" id="{E58B00FF-0773-BB67-FB43-B492B32FCFF8}"/>
              </a:ext>
            </a:extLst>
          </p:cNvPr>
          <p:cNvSpPr txBox="1"/>
          <p:nvPr/>
        </p:nvSpPr>
        <p:spPr>
          <a:xfrm>
            <a:off x="150725" y="5129252"/>
            <a:ext cx="5355772" cy="883383"/>
          </a:xfrm>
          <a:prstGeom prst="rect">
            <a:avLst/>
          </a:prstGeom>
          <a:noFill/>
        </p:spPr>
        <p:txBody>
          <a:bodyPr wrap="square">
            <a:spAutoFit/>
          </a:bodyPr>
          <a:lstStyle/>
          <a:p>
            <a:pPr marL="285750" indent="-285750">
              <a:lnSpc>
                <a:spcPct val="150000"/>
              </a:lnSpc>
              <a:buFont typeface="Wingdings" panose="05000000000000000000" pitchFamily="2" charset="2"/>
              <a:buChar char="Ø"/>
            </a:pPr>
            <a:r>
              <a:rPr lang="en-US" dirty="0"/>
              <a:t>The median time spent by the different language users are approximately equal.</a:t>
            </a:r>
          </a:p>
        </p:txBody>
      </p:sp>
      <p:sp>
        <p:nvSpPr>
          <p:cNvPr id="6" name="TextBox 5">
            <a:extLst>
              <a:ext uri="{FF2B5EF4-FFF2-40B4-BE49-F238E27FC236}">
                <a16:creationId xmlns:a16="http://schemas.microsoft.com/office/drawing/2014/main" id="{0E0174DF-E867-0E3E-0418-E749188154C8}"/>
              </a:ext>
            </a:extLst>
          </p:cNvPr>
          <p:cNvSpPr txBox="1"/>
          <p:nvPr/>
        </p:nvSpPr>
        <p:spPr>
          <a:xfrm>
            <a:off x="6127551" y="5129253"/>
            <a:ext cx="5450296" cy="883383"/>
          </a:xfrm>
          <a:prstGeom prst="rect">
            <a:avLst/>
          </a:prstGeom>
          <a:noFill/>
        </p:spPr>
        <p:txBody>
          <a:bodyPr wrap="square">
            <a:spAutoFit/>
          </a:bodyPr>
          <a:lstStyle/>
          <a:p>
            <a:pPr marL="285750" indent="-285750">
              <a:lnSpc>
                <a:spcPct val="150000"/>
              </a:lnSpc>
              <a:buFont typeface="Wingdings" panose="05000000000000000000" pitchFamily="2" charset="2"/>
              <a:buChar char="Ø"/>
            </a:pPr>
            <a:r>
              <a:rPr lang="en-US" dirty="0"/>
              <a:t>Overall, the users who get converted tend to spend more time on the page..</a:t>
            </a:r>
          </a:p>
        </p:txBody>
      </p:sp>
      <p:pic>
        <p:nvPicPr>
          <p:cNvPr id="7" name="Picture 6">
            <a:extLst>
              <a:ext uri="{FF2B5EF4-FFF2-40B4-BE49-F238E27FC236}">
                <a16:creationId xmlns:a16="http://schemas.microsoft.com/office/drawing/2014/main" id="{93FB3E80-6EB2-1662-3377-087B502273A7}"/>
              </a:ext>
            </a:extLst>
          </p:cNvPr>
          <p:cNvPicPr>
            <a:picLocks noChangeAspect="1"/>
          </p:cNvPicPr>
          <p:nvPr/>
        </p:nvPicPr>
        <p:blipFill>
          <a:blip r:embed="rId2"/>
          <a:srcRect l="2076" r="49208"/>
          <a:stretch/>
        </p:blipFill>
        <p:spPr>
          <a:xfrm>
            <a:off x="281461" y="1112463"/>
            <a:ext cx="4946973" cy="3588435"/>
          </a:xfrm>
          <a:prstGeom prst="rect">
            <a:avLst/>
          </a:prstGeom>
        </p:spPr>
      </p:pic>
      <p:pic>
        <p:nvPicPr>
          <p:cNvPr id="11" name="Picture 10">
            <a:extLst>
              <a:ext uri="{FF2B5EF4-FFF2-40B4-BE49-F238E27FC236}">
                <a16:creationId xmlns:a16="http://schemas.microsoft.com/office/drawing/2014/main" id="{8D4D7FBE-E5FC-7C23-EF20-4A6799121558}"/>
              </a:ext>
            </a:extLst>
          </p:cNvPr>
          <p:cNvPicPr>
            <a:picLocks noChangeAspect="1"/>
          </p:cNvPicPr>
          <p:nvPr/>
        </p:nvPicPr>
        <p:blipFill>
          <a:blip r:embed="rId3"/>
          <a:stretch>
            <a:fillRect/>
          </a:stretch>
        </p:blipFill>
        <p:spPr>
          <a:xfrm>
            <a:off x="6005568" y="1299035"/>
            <a:ext cx="5450296" cy="3401863"/>
          </a:xfrm>
          <a:prstGeom prst="rect">
            <a:avLst/>
          </a:prstGeom>
        </p:spPr>
      </p:pic>
      <p:pic>
        <p:nvPicPr>
          <p:cNvPr id="2" name="Picture 1">
            <a:extLst>
              <a:ext uri="{FF2B5EF4-FFF2-40B4-BE49-F238E27FC236}">
                <a16:creationId xmlns:a16="http://schemas.microsoft.com/office/drawing/2014/main" id="{184431F7-C653-041A-74A6-6C23FA189EC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236597" y="19664"/>
            <a:ext cx="916075" cy="408072"/>
          </a:xfrm>
          <a:prstGeom prst="rect">
            <a:avLst/>
          </a:prstGeom>
        </p:spPr>
      </p:pic>
      <p:pic>
        <p:nvPicPr>
          <p:cNvPr id="4" name="Picture 3">
            <a:extLst>
              <a:ext uri="{FF2B5EF4-FFF2-40B4-BE49-F238E27FC236}">
                <a16:creationId xmlns:a16="http://schemas.microsoft.com/office/drawing/2014/main" id="{FD2B31CD-4288-4995-4656-5D68FA9DA2AB}"/>
              </a:ext>
            </a:extLst>
          </p:cNvPr>
          <p:cNvPicPr>
            <a:picLocks noChangeAspect="1"/>
          </p:cNvPicPr>
          <p:nvPr/>
        </p:nvPicPr>
        <p:blipFill>
          <a:blip r:embed="rId5"/>
          <a:stretch>
            <a:fillRect/>
          </a:stretch>
        </p:blipFill>
        <p:spPr>
          <a:xfrm>
            <a:off x="50240" y="6672711"/>
            <a:ext cx="1250718" cy="149973"/>
          </a:xfrm>
          <a:prstGeom prst="rect">
            <a:avLst/>
          </a:prstGeom>
        </p:spPr>
      </p:pic>
    </p:spTree>
    <p:extLst>
      <p:ext uri="{BB962C8B-B14F-4D97-AF65-F5344CB8AC3E}">
        <p14:creationId xmlns:p14="http://schemas.microsoft.com/office/powerpoint/2010/main" val="29688852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AABACA-70C9-B40C-78E0-D85BCB0374D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E541B01-5670-5974-7E6B-1CE2DF9A5E61}"/>
              </a:ext>
            </a:extLst>
          </p:cNvPr>
          <p:cNvSpPr txBox="1"/>
          <p:nvPr/>
        </p:nvSpPr>
        <p:spPr>
          <a:xfrm>
            <a:off x="422572" y="110302"/>
            <a:ext cx="10670808" cy="584775"/>
          </a:xfrm>
          <a:prstGeom prst="rect">
            <a:avLst/>
          </a:prstGeom>
          <a:noFill/>
        </p:spPr>
        <p:txBody>
          <a:bodyPr wrap="square">
            <a:spAutoFit/>
          </a:bodyPr>
          <a:lstStyle/>
          <a:p>
            <a:pPr algn="ctr"/>
            <a:r>
              <a:rPr lang="en-US" sz="3200" b="1" dirty="0"/>
              <a:t>Time spent on the old vs. the new Landing page</a:t>
            </a:r>
          </a:p>
        </p:txBody>
      </p:sp>
      <p:sp>
        <p:nvSpPr>
          <p:cNvPr id="5" name="TextBox 4">
            <a:extLst>
              <a:ext uri="{FF2B5EF4-FFF2-40B4-BE49-F238E27FC236}">
                <a16:creationId xmlns:a16="http://schemas.microsoft.com/office/drawing/2014/main" id="{A5676694-3DD1-68CE-AC30-2189967590F8}"/>
              </a:ext>
            </a:extLst>
          </p:cNvPr>
          <p:cNvSpPr txBox="1"/>
          <p:nvPr/>
        </p:nvSpPr>
        <p:spPr>
          <a:xfrm>
            <a:off x="130167" y="903981"/>
            <a:ext cx="6420465" cy="5545044"/>
          </a:xfrm>
          <a:prstGeom prst="rect">
            <a:avLst/>
          </a:prstGeom>
          <a:noFill/>
        </p:spPr>
        <p:txBody>
          <a:bodyPr wrap="square">
            <a:spAutoFit/>
          </a:bodyPr>
          <a:lstStyle/>
          <a:p>
            <a:pPr marL="285750" indent="-285750">
              <a:lnSpc>
                <a:spcPct val="200000"/>
              </a:lnSpc>
              <a:buFont typeface="Wingdings" panose="05000000000000000000" pitchFamily="2" charset="2"/>
              <a:buChar char="Ø"/>
            </a:pPr>
            <a:r>
              <a:rPr lang="en-US" dirty="0"/>
              <a:t>From the sample data, it is observed that the median time spent on the new landing page is higher than that on the old landing page.</a:t>
            </a:r>
          </a:p>
          <a:p>
            <a:pPr marL="285750" indent="-285750">
              <a:lnSpc>
                <a:spcPct val="200000"/>
              </a:lnSpc>
              <a:buFont typeface="Wingdings" panose="05000000000000000000" pitchFamily="2" charset="2"/>
              <a:buChar char="Ø"/>
            </a:pPr>
            <a:r>
              <a:rPr lang="en-US" dirty="0"/>
              <a:t>The hypothesis that users spend more time on the new landing page than on the existing landing page was tested.</a:t>
            </a:r>
          </a:p>
          <a:p>
            <a:pPr marL="285750" indent="-285750">
              <a:lnSpc>
                <a:spcPct val="200000"/>
              </a:lnSpc>
              <a:buFont typeface="Wingdings" panose="05000000000000000000" pitchFamily="2" charset="2"/>
              <a:buChar char="Ø"/>
            </a:pPr>
            <a:r>
              <a:rPr lang="en-US" dirty="0"/>
              <a:t>The test results showed enough statistical evidence to conclude that the mean time spent by the users on the new page is greater than the mean time spent by the users on the old page.</a:t>
            </a:r>
          </a:p>
        </p:txBody>
      </p:sp>
      <p:pic>
        <p:nvPicPr>
          <p:cNvPr id="4" name="Picture 3">
            <a:extLst>
              <a:ext uri="{FF2B5EF4-FFF2-40B4-BE49-F238E27FC236}">
                <a16:creationId xmlns:a16="http://schemas.microsoft.com/office/drawing/2014/main" id="{E231CFDD-F377-47F3-45F6-933B1641255F}"/>
              </a:ext>
            </a:extLst>
          </p:cNvPr>
          <p:cNvPicPr>
            <a:picLocks noChangeAspect="1"/>
          </p:cNvPicPr>
          <p:nvPr/>
        </p:nvPicPr>
        <p:blipFill>
          <a:blip r:embed="rId2"/>
          <a:stretch>
            <a:fillRect/>
          </a:stretch>
        </p:blipFill>
        <p:spPr>
          <a:xfrm>
            <a:off x="6862917" y="1475460"/>
            <a:ext cx="5198916" cy="4143054"/>
          </a:xfrm>
          <a:prstGeom prst="rect">
            <a:avLst/>
          </a:prstGeom>
        </p:spPr>
      </p:pic>
      <p:pic>
        <p:nvPicPr>
          <p:cNvPr id="2" name="Picture 1">
            <a:extLst>
              <a:ext uri="{FF2B5EF4-FFF2-40B4-BE49-F238E27FC236}">
                <a16:creationId xmlns:a16="http://schemas.microsoft.com/office/drawing/2014/main" id="{69CE6F90-D2C6-9E8E-BE1D-FE7D38DD8D4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75925" y="0"/>
            <a:ext cx="916075" cy="408072"/>
          </a:xfrm>
          <a:prstGeom prst="rect">
            <a:avLst/>
          </a:prstGeom>
        </p:spPr>
      </p:pic>
      <p:pic>
        <p:nvPicPr>
          <p:cNvPr id="6" name="Picture 5">
            <a:extLst>
              <a:ext uri="{FF2B5EF4-FFF2-40B4-BE49-F238E27FC236}">
                <a16:creationId xmlns:a16="http://schemas.microsoft.com/office/drawing/2014/main" id="{FD387B15-0729-81E1-01BD-94130D4A25E4}"/>
              </a:ext>
            </a:extLst>
          </p:cNvPr>
          <p:cNvPicPr>
            <a:picLocks noChangeAspect="1"/>
          </p:cNvPicPr>
          <p:nvPr/>
        </p:nvPicPr>
        <p:blipFill>
          <a:blip r:embed="rId4"/>
          <a:stretch>
            <a:fillRect/>
          </a:stretch>
        </p:blipFill>
        <p:spPr>
          <a:xfrm>
            <a:off x="50240" y="6672711"/>
            <a:ext cx="1250718" cy="149973"/>
          </a:xfrm>
          <a:prstGeom prst="rect">
            <a:avLst/>
          </a:prstGeom>
        </p:spPr>
      </p:pic>
    </p:spTree>
    <p:extLst>
      <p:ext uri="{BB962C8B-B14F-4D97-AF65-F5344CB8AC3E}">
        <p14:creationId xmlns:p14="http://schemas.microsoft.com/office/powerpoint/2010/main" val="30188153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799BC3-B077-C702-F0EA-1C77111D29C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F739776-D7DE-FCFA-D223-1DE62F9B519E}"/>
              </a:ext>
            </a:extLst>
          </p:cNvPr>
          <p:cNvSpPr txBox="1"/>
          <p:nvPr/>
        </p:nvSpPr>
        <p:spPr>
          <a:xfrm>
            <a:off x="206262" y="110302"/>
            <a:ext cx="11140164" cy="584775"/>
          </a:xfrm>
          <a:prstGeom prst="rect">
            <a:avLst/>
          </a:prstGeom>
          <a:noFill/>
        </p:spPr>
        <p:txBody>
          <a:bodyPr wrap="square">
            <a:spAutoFit/>
          </a:bodyPr>
          <a:lstStyle/>
          <a:p>
            <a:pPr algn="ctr"/>
            <a:r>
              <a:rPr lang="en-US" sz="3200" b="1" dirty="0"/>
              <a:t>EDA Results – Converted status &amp; Preferred Language </a:t>
            </a:r>
          </a:p>
        </p:txBody>
      </p:sp>
      <p:sp>
        <p:nvSpPr>
          <p:cNvPr id="5" name="TextBox 4">
            <a:extLst>
              <a:ext uri="{FF2B5EF4-FFF2-40B4-BE49-F238E27FC236}">
                <a16:creationId xmlns:a16="http://schemas.microsoft.com/office/drawing/2014/main" id="{DAFD3481-0692-CBC3-AF73-7A9845DB4AF0}"/>
              </a:ext>
            </a:extLst>
          </p:cNvPr>
          <p:cNvSpPr txBox="1"/>
          <p:nvPr/>
        </p:nvSpPr>
        <p:spPr>
          <a:xfrm>
            <a:off x="167148" y="4297393"/>
            <a:ext cx="5093111" cy="1298882"/>
          </a:xfrm>
          <a:prstGeom prst="rect">
            <a:avLst/>
          </a:prstGeom>
          <a:noFill/>
        </p:spPr>
        <p:txBody>
          <a:bodyPr wrap="square">
            <a:spAutoFit/>
          </a:bodyPr>
          <a:lstStyle/>
          <a:p>
            <a:pPr marL="285750" indent="-285750">
              <a:lnSpc>
                <a:spcPct val="150000"/>
              </a:lnSpc>
              <a:buFont typeface="Wingdings" panose="05000000000000000000" pitchFamily="2" charset="2"/>
              <a:buChar char="Ø"/>
            </a:pPr>
            <a:r>
              <a:rPr lang="en-US" dirty="0"/>
              <a:t>Overall, 54 users get converted and 46 users do not get converted after visiting the landing page</a:t>
            </a:r>
          </a:p>
        </p:txBody>
      </p:sp>
      <p:sp>
        <p:nvSpPr>
          <p:cNvPr id="6" name="TextBox 5">
            <a:extLst>
              <a:ext uri="{FF2B5EF4-FFF2-40B4-BE49-F238E27FC236}">
                <a16:creationId xmlns:a16="http://schemas.microsoft.com/office/drawing/2014/main" id="{F828641A-171C-3AC6-1AA6-CB940A5CD213}"/>
              </a:ext>
            </a:extLst>
          </p:cNvPr>
          <p:cNvSpPr txBox="1"/>
          <p:nvPr/>
        </p:nvSpPr>
        <p:spPr>
          <a:xfrm>
            <a:off x="5801032" y="4297393"/>
            <a:ext cx="6223820" cy="2117183"/>
          </a:xfrm>
          <a:prstGeom prst="rect">
            <a:avLst/>
          </a:prstGeom>
          <a:noFill/>
        </p:spPr>
        <p:txBody>
          <a:bodyPr wrap="square">
            <a:spAutoFit/>
          </a:bodyPr>
          <a:lstStyle/>
          <a:p>
            <a:pPr marL="285750" indent="-285750">
              <a:lnSpc>
                <a:spcPct val="150000"/>
              </a:lnSpc>
              <a:buFont typeface="Wingdings" panose="05000000000000000000" pitchFamily="2" charset="2"/>
              <a:buChar char="Ø"/>
            </a:pPr>
            <a:r>
              <a:rPr lang="en-US" dirty="0"/>
              <a:t>The distribution of the number of users across various preferred languages is fairly uniform.</a:t>
            </a:r>
          </a:p>
          <a:p>
            <a:pPr marL="285750" indent="-285750">
              <a:lnSpc>
                <a:spcPct val="150000"/>
              </a:lnSpc>
              <a:buFont typeface="Wingdings" panose="05000000000000000000" pitchFamily="2" charset="2"/>
              <a:buChar char="Ø"/>
            </a:pPr>
            <a:r>
              <a:rPr lang="en-US" dirty="0"/>
              <a:t>There are 3 unique preferred languages - English, French, and Spanish. Spanish and French both have been equally and mostly preferred by users</a:t>
            </a:r>
          </a:p>
        </p:txBody>
      </p:sp>
      <p:pic>
        <p:nvPicPr>
          <p:cNvPr id="7" name="Picture 6">
            <a:extLst>
              <a:ext uri="{FF2B5EF4-FFF2-40B4-BE49-F238E27FC236}">
                <a16:creationId xmlns:a16="http://schemas.microsoft.com/office/drawing/2014/main" id="{88B91A24-2D69-0A67-1A1B-6BF045DDB554}"/>
              </a:ext>
            </a:extLst>
          </p:cNvPr>
          <p:cNvPicPr>
            <a:picLocks noChangeAspect="1"/>
          </p:cNvPicPr>
          <p:nvPr/>
        </p:nvPicPr>
        <p:blipFill>
          <a:blip r:embed="rId2"/>
          <a:stretch>
            <a:fillRect/>
          </a:stretch>
        </p:blipFill>
        <p:spPr>
          <a:xfrm>
            <a:off x="1539004" y="1108724"/>
            <a:ext cx="8907986" cy="2775022"/>
          </a:xfrm>
          <a:prstGeom prst="rect">
            <a:avLst/>
          </a:prstGeom>
        </p:spPr>
      </p:pic>
      <p:pic>
        <p:nvPicPr>
          <p:cNvPr id="2" name="Picture 1">
            <a:extLst>
              <a:ext uri="{FF2B5EF4-FFF2-40B4-BE49-F238E27FC236}">
                <a16:creationId xmlns:a16="http://schemas.microsoft.com/office/drawing/2014/main" id="{89DC52E0-825C-5EE4-3762-81806658768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75925" y="0"/>
            <a:ext cx="916075" cy="408072"/>
          </a:xfrm>
          <a:prstGeom prst="rect">
            <a:avLst/>
          </a:prstGeom>
        </p:spPr>
      </p:pic>
      <p:pic>
        <p:nvPicPr>
          <p:cNvPr id="4" name="Picture 3">
            <a:extLst>
              <a:ext uri="{FF2B5EF4-FFF2-40B4-BE49-F238E27FC236}">
                <a16:creationId xmlns:a16="http://schemas.microsoft.com/office/drawing/2014/main" id="{8A595189-23A1-332F-C2AC-5B5F5F488D99}"/>
              </a:ext>
            </a:extLst>
          </p:cNvPr>
          <p:cNvPicPr>
            <a:picLocks noChangeAspect="1"/>
          </p:cNvPicPr>
          <p:nvPr/>
        </p:nvPicPr>
        <p:blipFill>
          <a:blip r:embed="rId4"/>
          <a:stretch>
            <a:fillRect/>
          </a:stretch>
        </p:blipFill>
        <p:spPr>
          <a:xfrm>
            <a:off x="50240" y="6672711"/>
            <a:ext cx="1250718" cy="149973"/>
          </a:xfrm>
          <a:prstGeom prst="rect">
            <a:avLst/>
          </a:prstGeom>
        </p:spPr>
      </p:pic>
    </p:spTree>
    <p:extLst>
      <p:ext uri="{BB962C8B-B14F-4D97-AF65-F5344CB8AC3E}">
        <p14:creationId xmlns:p14="http://schemas.microsoft.com/office/powerpoint/2010/main" val="37475189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ED5D05-2A0B-4264-079E-C123F14A273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BBE6C85-39B6-7AA9-8212-EA4BBAADFBAF}"/>
              </a:ext>
            </a:extLst>
          </p:cNvPr>
          <p:cNvSpPr txBox="1"/>
          <p:nvPr/>
        </p:nvSpPr>
        <p:spPr>
          <a:xfrm>
            <a:off x="189524" y="120134"/>
            <a:ext cx="11602280" cy="584775"/>
          </a:xfrm>
          <a:prstGeom prst="rect">
            <a:avLst/>
          </a:prstGeom>
          <a:noFill/>
        </p:spPr>
        <p:txBody>
          <a:bodyPr wrap="square">
            <a:spAutoFit/>
          </a:bodyPr>
          <a:lstStyle/>
          <a:p>
            <a:pPr algn="ctr"/>
            <a:r>
              <a:rPr lang="en-US" sz="3200" b="1" dirty="0"/>
              <a:t>Conversion Rate on old vs new landing page</a:t>
            </a:r>
          </a:p>
        </p:txBody>
      </p:sp>
      <p:sp>
        <p:nvSpPr>
          <p:cNvPr id="5" name="TextBox 4">
            <a:extLst>
              <a:ext uri="{FF2B5EF4-FFF2-40B4-BE49-F238E27FC236}">
                <a16:creationId xmlns:a16="http://schemas.microsoft.com/office/drawing/2014/main" id="{C7C0A27B-4A0D-687F-003E-77DFF96FCE9A}"/>
              </a:ext>
            </a:extLst>
          </p:cNvPr>
          <p:cNvSpPr txBox="1"/>
          <p:nvPr/>
        </p:nvSpPr>
        <p:spPr>
          <a:xfrm>
            <a:off x="189523" y="1085695"/>
            <a:ext cx="6703645" cy="4437048"/>
          </a:xfrm>
          <a:prstGeom prst="rect">
            <a:avLst/>
          </a:prstGeom>
          <a:noFill/>
        </p:spPr>
        <p:txBody>
          <a:bodyPr wrap="square">
            <a:spAutoFit/>
          </a:bodyPr>
          <a:lstStyle/>
          <a:p>
            <a:pPr marL="285750" indent="-285750">
              <a:lnSpc>
                <a:spcPct val="200000"/>
              </a:lnSpc>
              <a:buFont typeface="Wingdings" panose="05000000000000000000" pitchFamily="2" charset="2"/>
              <a:buChar char="Ø"/>
            </a:pPr>
            <a:r>
              <a:rPr lang="en-US" dirty="0"/>
              <a:t>From the sample data, it is observed that the number of users who get converted to subscribers (conversion rate) is higher for the new page than the old page. </a:t>
            </a:r>
          </a:p>
          <a:p>
            <a:pPr marL="285750" indent="-285750">
              <a:lnSpc>
                <a:spcPct val="200000"/>
              </a:lnSpc>
              <a:buFont typeface="Wingdings" panose="05000000000000000000" pitchFamily="2" charset="2"/>
              <a:buChar char="Ø"/>
            </a:pPr>
            <a:r>
              <a:rPr lang="en-US" dirty="0"/>
              <a:t>The hypothesis that the conversion rate for the new page is greater than the old page was tested.</a:t>
            </a:r>
          </a:p>
          <a:p>
            <a:pPr marL="285750" indent="-285750">
              <a:lnSpc>
                <a:spcPct val="200000"/>
              </a:lnSpc>
              <a:buFont typeface="Wingdings" panose="05000000000000000000" pitchFamily="2" charset="2"/>
              <a:buChar char="Ø"/>
            </a:pPr>
            <a:r>
              <a:rPr lang="en-US" dirty="0"/>
              <a:t>The test results showed enough statistical evidence to conclude that the conversion rate for the new page is greater than the conversion rate for the old page.</a:t>
            </a:r>
          </a:p>
        </p:txBody>
      </p:sp>
      <p:pic>
        <p:nvPicPr>
          <p:cNvPr id="6" name="Picture 5">
            <a:extLst>
              <a:ext uri="{FF2B5EF4-FFF2-40B4-BE49-F238E27FC236}">
                <a16:creationId xmlns:a16="http://schemas.microsoft.com/office/drawing/2014/main" id="{AE1F3348-5966-7AE9-13C8-C2FB433CA06D}"/>
              </a:ext>
            </a:extLst>
          </p:cNvPr>
          <p:cNvPicPr>
            <a:picLocks noChangeAspect="1"/>
          </p:cNvPicPr>
          <p:nvPr/>
        </p:nvPicPr>
        <p:blipFill>
          <a:blip r:embed="rId2"/>
          <a:stretch>
            <a:fillRect/>
          </a:stretch>
        </p:blipFill>
        <p:spPr>
          <a:xfrm>
            <a:off x="7512083" y="1233179"/>
            <a:ext cx="4359018" cy="5082980"/>
          </a:xfrm>
          <a:prstGeom prst="rect">
            <a:avLst/>
          </a:prstGeom>
        </p:spPr>
      </p:pic>
      <p:pic>
        <p:nvPicPr>
          <p:cNvPr id="2" name="Picture 1">
            <a:extLst>
              <a:ext uri="{FF2B5EF4-FFF2-40B4-BE49-F238E27FC236}">
                <a16:creationId xmlns:a16="http://schemas.microsoft.com/office/drawing/2014/main" id="{A7B2D518-1DF6-A610-460D-A5E77E2853D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75925" y="0"/>
            <a:ext cx="916075" cy="408072"/>
          </a:xfrm>
          <a:prstGeom prst="rect">
            <a:avLst/>
          </a:prstGeom>
        </p:spPr>
      </p:pic>
      <p:pic>
        <p:nvPicPr>
          <p:cNvPr id="4" name="Picture 3">
            <a:extLst>
              <a:ext uri="{FF2B5EF4-FFF2-40B4-BE49-F238E27FC236}">
                <a16:creationId xmlns:a16="http://schemas.microsoft.com/office/drawing/2014/main" id="{B731D8CC-F842-C8C0-DF15-A3B0EF095D90}"/>
              </a:ext>
            </a:extLst>
          </p:cNvPr>
          <p:cNvPicPr>
            <a:picLocks noChangeAspect="1"/>
          </p:cNvPicPr>
          <p:nvPr/>
        </p:nvPicPr>
        <p:blipFill>
          <a:blip r:embed="rId4"/>
          <a:stretch>
            <a:fillRect/>
          </a:stretch>
        </p:blipFill>
        <p:spPr>
          <a:xfrm>
            <a:off x="50240" y="6672711"/>
            <a:ext cx="1250718" cy="149973"/>
          </a:xfrm>
          <a:prstGeom prst="rect">
            <a:avLst/>
          </a:prstGeom>
        </p:spPr>
      </p:pic>
    </p:spTree>
    <p:extLst>
      <p:ext uri="{BB962C8B-B14F-4D97-AF65-F5344CB8AC3E}">
        <p14:creationId xmlns:p14="http://schemas.microsoft.com/office/powerpoint/2010/main" val="6112756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747343-6046-7C2F-B3BA-BAB04DB66DA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8D104CF-87E1-1741-4CD0-1339AB5AFF4D}"/>
              </a:ext>
            </a:extLst>
          </p:cNvPr>
          <p:cNvSpPr txBox="1"/>
          <p:nvPr/>
        </p:nvSpPr>
        <p:spPr>
          <a:xfrm>
            <a:off x="422572" y="110302"/>
            <a:ext cx="11602280" cy="584775"/>
          </a:xfrm>
          <a:prstGeom prst="rect">
            <a:avLst/>
          </a:prstGeom>
          <a:noFill/>
        </p:spPr>
        <p:txBody>
          <a:bodyPr wrap="square">
            <a:spAutoFit/>
          </a:bodyPr>
          <a:lstStyle/>
          <a:p>
            <a:pPr algn="ctr"/>
            <a:r>
              <a:rPr lang="en-US" sz="3200" b="1" dirty="0"/>
              <a:t>Dependence of conversion on preferred language</a:t>
            </a:r>
          </a:p>
        </p:txBody>
      </p:sp>
      <p:sp>
        <p:nvSpPr>
          <p:cNvPr id="5" name="TextBox 4">
            <a:extLst>
              <a:ext uri="{FF2B5EF4-FFF2-40B4-BE49-F238E27FC236}">
                <a16:creationId xmlns:a16="http://schemas.microsoft.com/office/drawing/2014/main" id="{C563334A-9627-CE89-878A-BE0FAA2EB44B}"/>
              </a:ext>
            </a:extLst>
          </p:cNvPr>
          <p:cNvSpPr txBox="1"/>
          <p:nvPr/>
        </p:nvSpPr>
        <p:spPr>
          <a:xfrm>
            <a:off x="120580" y="1179078"/>
            <a:ext cx="6390752" cy="4991046"/>
          </a:xfrm>
          <a:prstGeom prst="rect">
            <a:avLst/>
          </a:prstGeom>
          <a:noFill/>
        </p:spPr>
        <p:txBody>
          <a:bodyPr wrap="square">
            <a:spAutoFit/>
          </a:bodyPr>
          <a:lstStyle/>
          <a:p>
            <a:pPr marL="285750" indent="-285750">
              <a:lnSpc>
                <a:spcPct val="200000"/>
              </a:lnSpc>
              <a:buFont typeface="Wingdings" panose="05000000000000000000" pitchFamily="2" charset="2"/>
              <a:buChar char="Ø"/>
            </a:pPr>
            <a:r>
              <a:rPr lang="en-US" dirty="0"/>
              <a:t>From the sample data, it is observed that among the converted users, the count of English users is highest, and among the non-converted users, the count of French users is the highest. </a:t>
            </a:r>
          </a:p>
          <a:p>
            <a:pPr marL="285750" indent="-285750">
              <a:lnSpc>
                <a:spcPct val="200000"/>
              </a:lnSpc>
              <a:buFont typeface="Wingdings" panose="05000000000000000000" pitchFamily="2" charset="2"/>
              <a:buChar char="Ø"/>
            </a:pPr>
            <a:r>
              <a:rPr lang="en-US" dirty="0"/>
              <a:t>The hypothesis that the converted status is dependent on the preferred language was tested.</a:t>
            </a:r>
          </a:p>
          <a:p>
            <a:pPr marL="285750" indent="-285750">
              <a:lnSpc>
                <a:spcPct val="200000"/>
              </a:lnSpc>
              <a:buFont typeface="Wingdings" panose="05000000000000000000" pitchFamily="2" charset="2"/>
              <a:buChar char="Ø"/>
            </a:pPr>
            <a:r>
              <a:rPr lang="en-US" dirty="0"/>
              <a:t>The test results showed that there isn’t enough statistical evidence to say that the converted status depends on the preferred language.</a:t>
            </a:r>
          </a:p>
        </p:txBody>
      </p:sp>
      <p:pic>
        <p:nvPicPr>
          <p:cNvPr id="4" name="Picture 3">
            <a:extLst>
              <a:ext uri="{FF2B5EF4-FFF2-40B4-BE49-F238E27FC236}">
                <a16:creationId xmlns:a16="http://schemas.microsoft.com/office/drawing/2014/main" id="{EE56A052-7EA7-D0D0-E918-C53E51A92BE2}"/>
              </a:ext>
            </a:extLst>
          </p:cNvPr>
          <p:cNvPicPr>
            <a:picLocks noChangeAspect="1"/>
          </p:cNvPicPr>
          <p:nvPr/>
        </p:nvPicPr>
        <p:blipFill>
          <a:blip r:embed="rId2"/>
          <a:stretch>
            <a:fillRect/>
          </a:stretch>
        </p:blipFill>
        <p:spPr>
          <a:xfrm>
            <a:off x="7311201" y="1311837"/>
            <a:ext cx="4636370" cy="5038368"/>
          </a:xfrm>
          <a:prstGeom prst="rect">
            <a:avLst/>
          </a:prstGeom>
        </p:spPr>
      </p:pic>
      <p:pic>
        <p:nvPicPr>
          <p:cNvPr id="2" name="Picture 1">
            <a:extLst>
              <a:ext uri="{FF2B5EF4-FFF2-40B4-BE49-F238E27FC236}">
                <a16:creationId xmlns:a16="http://schemas.microsoft.com/office/drawing/2014/main" id="{FCCBA765-75BD-6376-B838-9F6252922B07}"/>
              </a:ext>
            </a:extLst>
          </p:cNvPr>
          <p:cNvPicPr>
            <a:picLocks noChangeAspect="1"/>
          </p:cNvPicPr>
          <p:nvPr/>
        </p:nvPicPr>
        <p:blipFill>
          <a:blip r:embed="rId3"/>
          <a:stretch>
            <a:fillRect/>
          </a:stretch>
        </p:blipFill>
        <p:spPr>
          <a:xfrm>
            <a:off x="50240" y="6672711"/>
            <a:ext cx="1250718" cy="149973"/>
          </a:xfrm>
          <a:prstGeom prst="rect">
            <a:avLst/>
          </a:prstGeom>
        </p:spPr>
      </p:pic>
    </p:spTree>
    <p:extLst>
      <p:ext uri="{BB962C8B-B14F-4D97-AF65-F5344CB8AC3E}">
        <p14:creationId xmlns:p14="http://schemas.microsoft.com/office/powerpoint/2010/main" val="22656368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780DB-B919-E833-F867-FFBCF0C1CE8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7194E52-79DA-79CD-DFC7-CC8BF7691DFA}"/>
              </a:ext>
            </a:extLst>
          </p:cNvPr>
          <p:cNvSpPr txBox="1"/>
          <p:nvPr/>
        </p:nvSpPr>
        <p:spPr>
          <a:xfrm>
            <a:off x="98324" y="110302"/>
            <a:ext cx="11487425" cy="1077218"/>
          </a:xfrm>
          <a:prstGeom prst="rect">
            <a:avLst/>
          </a:prstGeom>
          <a:noFill/>
        </p:spPr>
        <p:txBody>
          <a:bodyPr wrap="square">
            <a:spAutoFit/>
          </a:bodyPr>
          <a:lstStyle/>
          <a:p>
            <a:pPr algn="ctr"/>
            <a:r>
              <a:rPr lang="en-US" sz="3200" b="1" dirty="0"/>
              <a:t>Time spent on the new page for the different language users</a:t>
            </a:r>
          </a:p>
        </p:txBody>
      </p:sp>
      <p:sp>
        <p:nvSpPr>
          <p:cNvPr id="5" name="TextBox 4">
            <a:extLst>
              <a:ext uri="{FF2B5EF4-FFF2-40B4-BE49-F238E27FC236}">
                <a16:creationId xmlns:a16="http://schemas.microsoft.com/office/drawing/2014/main" id="{EA7409B0-F76D-B62D-C8DF-69536CE630C7}"/>
              </a:ext>
            </a:extLst>
          </p:cNvPr>
          <p:cNvSpPr txBox="1"/>
          <p:nvPr/>
        </p:nvSpPr>
        <p:spPr>
          <a:xfrm>
            <a:off x="98324" y="1357422"/>
            <a:ext cx="7367601" cy="4991046"/>
          </a:xfrm>
          <a:prstGeom prst="rect">
            <a:avLst/>
          </a:prstGeom>
          <a:noFill/>
        </p:spPr>
        <p:txBody>
          <a:bodyPr wrap="square">
            <a:spAutoFit/>
          </a:bodyPr>
          <a:lstStyle/>
          <a:p>
            <a:pPr marL="285750" indent="-285750">
              <a:lnSpc>
                <a:spcPct val="200000"/>
              </a:lnSpc>
              <a:buFont typeface="Wingdings" panose="05000000000000000000" pitchFamily="2" charset="2"/>
              <a:buChar char="Ø"/>
            </a:pPr>
            <a:r>
              <a:rPr lang="en-US" dirty="0"/>
              <a:t>From the sample data, it was observed that the median time spent on the new page by English users is a bit higher than that by French and Spanish users. </a:t>
            </a:r>
          </a:p>
          <a:p>
            <a:pPr marL="285750" indent="-285750">
              <a:lnSpc>
                <a:spcPct val="200000"/>
              </a:lnSpc>
              <a:buFont typeface="Wingdings" panose="05000000000000000000" pitchFamily="2" charset="2"/>
              <a:buChar char="Ø"/>
            </a:pPr>
            <a:r>
              <a:rPr lang="en-US" dirty="0"/>
              <a:t>The hypothesis that at least one of the mean times spent on the new page by English, French, and Spanish users is unequal </a:t>
            </a:r>
          </a:p>
          <a:p>
            <a:pPr marL="285750" indent="-285750">
              <a:lnSpc>
                <a:spcPct val="200000"/>
              </a:lnSpc>
              <a:buFont typeface="Wingdings" panose="05000000000000000000" pitchFamily="2" charset="2"/>
              <a:buChar char="Ø"/>
            </a:pPr>
            <a:r>
              <a:rPr lang="en-US" dirty="0"/>
              <a:t>The test results showed that there isn’t enough statistical evidence to say that at least one of the mean times spent on the new page by English, French, and Spanish users is unequal.</a:t>
            </a:r>
          </a:p>
        </p:txBody>
      </p:sp>
      <p:pic>
        <p:nvPicPr>
          <p:cNvPr id="6" name="Picture 5">
            <a:extLst>
              <a:ext uri="{FF2B5EF4-FFF2-40B4-BE49-F238E27FC236}">
                <a16:creationId xmlns:a16="http://schemas.microsoft.com/office/drawing/2014/main" id="{8E91A8C9-1CEA-7C83-6A7F-02BBD2EEB339}"/>
              </a:ext>
            </a:extLst>
          </p:cNvPr>
          <p:cNvPicPr>
            <a:picLocks noChangeAspect="1"/>
          </p:cNvPicPr>
          <p:nvPr/>
        </p:nvPicPr>
        <p:blipFill>
          <a:blip r:embed="rId2"/>
          <a:stretch>
            <a:fillRect/>
          </a:stretch>
        </p:blipFill>
        <p:spPr>
          <a:xfrm>
            <a:off x="7711367" y="1712906"/>
            <a:ext cx="4376227" cy="3984509"/>
          </a:xfrm>
          <a:prstGeom prst="rect">
            <a:avLst/>
          </a:prstGeom>
        </p:spPr>
      </p:pic>
      <p:pic>
        <p:nvPicPr>
          <p:cNvPr id="2" name="Picture 1">
            <a:extLst>
              <a:ext uri="{FF2B5EF4-FFF2-40B4-BE49-F238E27FC236}">
                <a16:creationId xmlns:a16="http://schemas.microsoft.com/office/drawing/2014/main" id="{8B4A314A-1D38-A3CC-C92C-374DD3D22E4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75925" y="0"/>
            <a:ext cx="916075" cy="408072"/>
          </a:xfrm>
          <a:prstGeom prst="rect">
            <a:avLst/>
          </a:prstGeom>
        </p:spPr>
      </p:pic>
      <p:pic>
        <p:nvPicPr>
          <p:cNvPr id="4" name="Picture 3">
            <a:extLst>
              <a:ext uri="{FF2B5EF4-FFF2-40B4-BE49-F238E27FC236}">
                <a16:creationId xmlns:a16="http://schemas.microsoft.com/office/drawing/2014/main" id="{C34DBB09-7F98-8E65-4E4B-999B92C4CC7F}"/>
              </a:ext>
            </a:extLst>
          </p:cNvPr>
          <p:cNvPicPr>
            <a:picLocks noChangeAspect="1"/>
          </p:cNvPicPr>
          <p:nvPr/>
        </p:nvPicPr>
        <p:blipFill>
          <a:blip r:embed="rId4"/>
          <a:stretch>
            <a:fillRect/>
          </a:stretch>
        </p:blipFill>
        <p:spPr>
          <a:xfrm>
            <a:off x="50240" y="6672711"/>
            <a:ext cx="1250718" cy="149973"/>
          </a:xfrm>
          <a:prstGeom prst="rect">
            <a:avLst/>
          </a:prstGeom>
        </p:spPr>
      </p:pic>
    </p:spTree>
    <p:extLst>
      <p:ext uri="{BB962C8B-B14F-4D97-AF65-F5344CB8AC3E}">
        <p14:creationId xmlns:p14="http://schemas.microsoft.com/office/powerpoint/2010/main" val="38015816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7000"/>
                <a:hueMod val="88000"/>
                <a:satMod val="130000"/>
                <a:lumMod val="124000"/>
              </a:schemeClr>
            </a:gs>
            <a:gs pos="100000">
              <a:schemeClr val="bg2">
                <a:tint val="96000"/>
                <a:shade val="88000"/>
                <a:hueMod val="108000"/>
                <a:satMod val="164000"/>
                <a:lumMod val="76000"/>
              </a:schemeClr>
            </a:gs>
          </a:gsLst>
          <a:path path="circle">
            <a:fillToRect l="45000" t="65000" r="125000" b="100000"/>
          </a:path>
        </a:gradFill>
        <a:effectLst/>
      </p:bgPr>
    </p:bg>
    <p:spTree>
      <p:nvGrpSpPr>
        <p:cNvPr id="1" name="">
          <a:extLst>
            <a:ext uri="{FF2B5EF4-FFF2-40B4-BE49-F238E27FC236}">
              <a16:creationId xmlns:a16="http://schemas.microsoft.com/office/drawing/2014/main" id="{58A7B63E-6280-3238-436F-0B5080B9FB2C}"/>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91B28F63-CF00-448F-B141-FE33C33B189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9" name="Picture 8">
            <a:extLst>
              <a:ext uri="{FF2B5EF4-FFF2-40B4-BE49-F238E27FC236}">
                <a16:creationId xmlns:a16="http://schemas.microsoft.com/office/drawing/2014/main" id="{2AE609E2-8522-44E4-9077-980E5BCF3E1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1" name="Oval 10">
            <a:extLst>
              <a:ext uri="{FF2B5EF4-FFF2-40B4-BE49-F238E27FC236}">
                <a16:creationId xmlns:a16="http://schemas.microsoft.com/office/drawing/2014/main" id="{4FA533C5-33E3-4611-AF9F-72811D8B26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13" name="Picture 12">
            <a:extLst>
              <a:ext uri="{FF2B5EF4-FFF2-40B4-BE49-F238E27FC236}">
                <a16:creationId xmlns:a16="http://schemas.microsoft.com/office/drawing/2014/main" id="{8949AD42-25FD-4C3D-9EEE-B7FEC580998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5" name="Picture 14">
            <a:extLst>
              <a:ext uri="{FF2B5EF4-FFF2-40B4-BE49-F238E27FC236}">
                <a16:creationId xmlns:a16="http://schemas.microsoft.com/office/drawing/2014/main" id="{6AC7D913-60B7-4603-881B-831DA5D3A94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7" name="Rectangle 16">
            <a:extLst>
              <a:ext uri="{FF2B5EF4-FFF2-40B4-BE49-F238E27FC236}">
                <a16:creationId xmlns:a16="http://schemas.microsoft.com/office/drawing/2014/main" id="{87F0FDC4-AD8C-47D9-9131-623C98ADB0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18">
            <a:extLst>
              <a:ext uri="{FF2B5EF4-FFF2-40B4-BE49-F238E27FC236}">
                <a16:creationId xmlns:a16="http://schemas.microsoft.com/office/drawing/2014/main" id="{DE27238C-8EAF-4098-86E6-7723B7DAE6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solidFill>
            <a:schemeClr val="tx2"/>
          </a:solidFill>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1" name="Freeform 36">
            <a:extLst>
              <a:ext uri="{FF2B5EF4-FFF2-40B4-BE49-F238E27FC236}">
                <a16:creationId xmlns:a16="http://schemas.microsoft.com/office/drawing/2014/main" id="{992F97B1-1891-4FCC-9E5F-BA97EDB48F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9351010" y="0"/>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2">
              <a:lumMod val="60000"/>
              <a:lumOff val="40000"/>
              <a:alpha val="20000"/>
            </a:schemeClr>
          </a:solidFill>
          <a:ln>
            <a:noFill/>
          </a:ln>
        </p:spPr>
        <p:txBody>
          <a:bodyPr rtlCol="0" anchor="ctr"/>
          <a:lstStyle/>
          <a:p>
            <a:pPr algn="ctr"/>
            <a:endParaRPr lang="en-US"/>
          </a:p>
        </p:txBody>
      </p:sp>
      <p:sp useBgFill="1">
        <p:nvSpPr>
          <p:cNvPr id="23" name="Freeform: Shape 22">
            <a:extLst>
              <a:ext uri="{FF2B5EF4-FFF2-40B4-BE49-F238E27FC236}">
                <a16:creationId xmlns:a16="http://schemas.microsoft.com/office/drawing/2014/main" id="{78C6C821-FEE1-4EB6-9590-C021440C77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0"/>
            <a:ext cx="9700459" cy="6858001"/>
          </a:xfrm>
          <a:custGeom>
            <a:avLst/>
            <a:gdLst>
              <a:gd name="connsiteX0" fmla="*/ 0 w 9700459"/>
              <a:gd name="connsiteY0" fmla="*/ 0 h 6858001"/>
              <a:gd name="connsiteX1" fmla="*/ 1323975 w 9700459"/>
              <a:gd name="connsiteY1" fmla="*/ 0 h 6858001"/>
              <a:gd name="connsiteX2" fmla="*/ 1517015 w 9700459"/>
              <a:gd name="connsiteY2" fmla="*/ 0 h 6858001"/>
              <a:gd name="connsiteX3" fmla="*/ 3241265 w 9700459"/>
              <a:gd name="connsiteY3" fmla="*/ 0 h 6858001"/>
              <a:gd name="connsiteX4" fmla="*/ 3241265 w 9700459"/>
              <a:gd name="connsiteY4" fmla="*/ 1 h 6858001"/>
              <a:gd name="connsiteX5" fmla="*/ 8355744 w 9700459"/>
              <a:gd name="connsiteY5" fmla="*/ 1 h 6858001"/>
              <a:gd name="connsiteX6" fmla="*/ 8355744 w 9700459"/>
              <a:gd name="connsiteY6" fmla="*/ 0 h 6858001"/>
              <a:gd name="connsiteX7" fmla="*/ 9699282 w 9700459"/>
              <a:gd name="connsiteY7" fmla="*/ 0 h 6858001"/>
              <a:gd name="connsiteX8" fmla="*/ 9674237 w 9700459"/>
              <a:gd name="connsiteY8" fmla="*/ 155677 h 6858001"/>
              <a:gd name="connsiteX9" fmla="*/ 9650368 w 9700459"/>
              <a:gd name="connsiteY9" fmla="*/ 310668 h 6858001"/>
              <a:gd name="connsiteX10" fmla="*/ 9627004 w 9700459"/>
              <a:gd name="connsiteY10" fmla="*/ 466344 h 6858001"/>
              <a:gd name="connsiteX11" fmla="*/ 9607001 w 9700459"/>
              <a:gd name="connsiteY11" fmla="*/ 622707 h 6858001"/>
              <a:gd name="connsiteX12" fmla="*/ 9586830 w 9700459"/>
              <a:gd name="connsiteY12" fmla="*/ 778383 h 6858001"/>
              <a:gd name="connsiteX13" fmla="*/ 9568004 w 9700459"/>
              <a:gd name="connsiteY13" fmla="*/ 934746 h 6858001"/>
              <a:gd name="connsiteX14" fmla="*/ 9551868 w 9700459"/>
              <a:gd name="connsiteY14" fmla="*/ 1089051 h 6858001"/>
              <a:gd name="connsiteX15" fmla="*/ 9536572 w 9700459"/>
              <a:gd name="connsiteY15" fmla="*/ 1245413 h 6858001"/>
              <a:gd name="connsiteX16" fmla="*/ 9522620 w 9700459"/>
              <a:gd name="connsiteY16" fmla="*/ 1401090 h 6858001"/>
              <a:gd name="connsiteX17" fmla="*/ 9510518 w 9700459"/>
              <a:gd name="connsiteY17" fmla="*/ 1554023 h 6858001"/>
              <a:gd name="connsiteX18" fmla="*/ 9498415 w 9700459"/>
              <a:gd name="connsiteY18" fmla="*/ 1709014 h 6858001"/>
              <a:gd name="connsiteX19" fmla="*/ 9488330 w 9700459"/>
              <a:gd name="connsiteY19" fmla="*/ 1861947 h 6858001"/>
              <a:gd name="connsiteX20" fmla="*/ 9480430 w 9700459"/>
              <a:gd name="connsiteY20" fmla="*/ 2014881 h 6858001"/>
              <a:gd name="connsiteX21" fmla="*/ 9472193 w 9700459"/>
              <a:gd name="connsiteY21" fmla="*/ 2167128 h 6858001"/>
              <a:gd name="connsiteX22" fmla="*/ 9465302 w 9700459"/>
              <a:gd name="connsiteY22" fmla="*/ 2318004 h 6858001"/>
              <a:gd name="connsiteX23" fmla="*/ 9460427 w 9700459"/>
              <a:gd name="connsiteY23" fmla="*/ 2467509 h 6858001"/>
              <a:gd name="connsiteX24" fmla="*/ 9456225 w 9700459"/>
              <a:gd name="connsiteY24" fmla="*/ 2617013 h 6858001"/>
              <a:gd name="connsiteX25" fmla="*/ 9452191 w 9700459"/>
              <a:gd name="connsiteY25" fmla="*/ 2765146 h 6858001"/>
              <a:gd name="connsiteX26" fmla="*/ 9450342 w 9700459"/>
              <a:gd name="connsiteY26" fmla="*/ 2911221 h 6858001"/>
              <a:gd name="connsiteX27" fmla="*/ 9448325 w 9700459"/>
              <a:gd name="connsiteY27" fmla="*/ 3057297 h 6858001"/>
              <a:gd name="connsiteX28" fmla="*/ 9447316 w 9700459"/>
              <a:gd name="connsiteY28" fmla="*/ 3201315 h 6858001"/>
              <a:gd name="connsiteX29" fmla="*/ 9448325 w 9700459"/>
              <a:gd name="connsiteY29" fmla="*/ 3343961 h 6858001"/>
              <a:gd name="connsiteX30" fmla="*/ 9448325 w 9700459"/>
              <a:gd name="connsiteY30" fmla="*/ 3485236 h 6858001"/>
              <a:gd name="connsiteX31" fmla="*/ 9450342 w 9700459"/>
              <a:gd name="connsiteY31" fmla="*/ 3625139 h 6858001"/>
              <a:gd name="connsiteX32" fmla="*/ 9453367 w 9700459"/>
              <a:gd name="connsiteY32" fmla="*/ 3762299 h 6858001"/>
              <a:gd name="connsiteX33" fmla="*/ 9456225 w 9700459"/>
              <a:gd name="connsiteY33" fmla="*/ 3898087 h 6858001"/>
              <a:gd name="connsiteX34" fmla="*/ 9459419 w 9700459"/>
              <a:gd name="connsiteY34" fmla="*/ 4031133 h 6858001"/>
              <a:gd name="connsiteX35" fmla="*/ 9464293 w 9700459"/>
              <a:gd name="connsiteY35" fmla="*/ 4163492 h 6858001"/>
              <a:gd name="connsiteX36" fmla="*/ 9469504 w 9700459"/>
              <a:gd name="connsiteY36" fmla="*/ 4293793 h 6858001"/>
              <a:gd name="connsiteX37" fmla="*/ 9474210 w 9700459"/>
              <a:gd name="connsiteY37" fmla="*/ 4421352 h 6858001"/>
              <a:gd name="connsiteX38" fmla="*/ 9487490 w 9700459"/>
              <a:gd name="connsiteY38" fmla="*/ 4670298 h 6858001"/>
              <a:gd name="connsiteX39" fmla="*/ 9501609 w 9700459"/>
              <a:gd name="connsiteY39" fmla="*/ 4908956 h 6858001"/>
              <a:gd name="connsiteX40" fmla="*/ 9516401 w 9700459"/>
              <a:gd name="connsiteY40" fmla="*/ 5138013 h 6858001"/>
              <a:gd name="connsiteX41" fmla="*/ 9532706 w 9700459"/>
              <a:gd name="connsiteY41" fmla="*/ 5354726 h 6858001"/>
              <a:gd name="connsiteX42" fmla="*/ 9549683 w 9700459"/>
              <a:gd name="connsiteY42" fmla="*/ 5561838 h 6858001"/>
              <a:gd name="connsiteX43" fmla="*/ 9568004 w 9700459"/>
              <a:gd name="connsiteY43" fmla="*/ 5753862 h 6858001"/>
              <a:gd name="connsiteX44" fmla="*/ 9585990 w 9700459"/>
              <a:gd name="connsiteY44" fmla="*/ 5934227 h 6858001"/>
              <a:gd name="connsiteX45" fmla="*/ 9603975 w 9700459"/>
              <a:gd name="connsiteY45" fmla="*/ 6100191 h 6858001"/>
              <a:gd name="connsiteX46" fmla="*/ 9620952 w 9700459"/>
              <a:gd name="connsiteY46" fmla="*/ 6252438 h 6858001"/>
              <a:gd name="connsiteX47" fmla="*/ 9637089 w 9700459"/>
              <a:gd name="connsiteY47" fmla="*/ 6387541 h 6858001"/>
              <a:gd name="connsiteX48" fmla="*/ 9652385 w 9700459"/>
              <a:gd name="connsiteY48" fmla="*/ 6509613 h 6858001"/>
              <a:gd name="connsiteX49" fmla="*/ 9665160 w 9700459"/>
              <a:gd name="connsiteY49" fmla="*/ 6612483 h 6858001"/>
              <a:gd name="connsiteX50" fmla="*/ 9677262 w 9700459"/>
              <a:gd name="connsiteY50" fmla="*/ 6698894 h 6858001"/>
              <a:gd name="connsiteX51" fmla="*/ 9694576 w 9700459"/>
              <a:gd name="connsiteY51" fmla="*/ 6817538 h 6858001"/>
              <a:gd name="connsiteX52" fmla="*/ 9700459 w 9700459"/>
              <a:gd name="connsiteY52" fmla="*/ 6858000 h 6858001"/>
              <a:gd name="connsiteX53" fmla="*/ 8795105 w 9700459"/>
              <a:gd name="connsiteY53" fmla="*/ 6858000 h 6858001"/>
              <a:gd name="connsiteX54" fmla="*/ 8795105 w 9700459"/>
              <a:gd name="connsiteY54" fmla="*/ 6858001 h 6858001"/>
              <a:gd name="connsiteX55" fmla="*/ 2704541 w 9700459"/>
              <a:gd name="connsiteY55" fmla="*/ 6858001 h 6858001"/>
              <a:gd name="connsiteX56" fmla="*/ 2704541 w 9700459"/>
              <a:gd name="connsiteY56" fmla="*/ 6858000 h 6858001"/>
              <a:gd name="connsiteX57" fmla="*/ 1517015 w 9700459"/>
              <a:gd name="connsiteY57" fmla="*/ 6858000 h 6858001"/>
              <a:gd name="connsiteX58" fmla="*/ 1323975 w 9700459"/>
              <a:gd name="connsiteY58" fmla="*/ 6858000 h 6858001"/>
              <a:gd name="connsiteX59" fmla="*/ 0 w 9700459"/>
              <a:gd name="connsiteY59" fmla="*/ 685800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9700459" h="6858001">
                <a:moveTo>
                  <a:pt x="0" y="0"/>
                </a:moveTo>
                <a:lnTo>
                  <a:pt x="1323975" y="0"/>
                </a:lnTo>
                <a:lnTo>
                  <a:pt x="1517015" y="0"/>
                </a:lnTo>
                <a:lnTo>
                  <a:pt x="3241265" y="0"/>
                </a:lnTo>
                <a:lnTo>
                  <a:pt x="3241265" y="1"/>
                </a:lnTo>
                <a:lnTo>
                  <a:pt x="8355744" y="1"/>
                </a:lnTo>
                <a:lnTo>
                  <a:pt x="8355744" y="0"/>
                </a:lnTo>
                <a:lnTo>
                  <a:pt x="9699282" y="0"/>
                </a:lnTo>
                <a:lnTo>
                  <a:pt x="9674237" y="155677"/>
                </a:lnTo>
                <a:lnTo>
                  <a:pt x="9650368" y="310668"/>
                </a:lnTo>
                <a:lnTo>
                  <a:pt x="9627004" y="466344"/>
                </a:lnTo>
                <a:lnTo>
                  <a:pt x="9607001" y="622707"/>
                </a:lnTo>
                <a:lnTo>
                  <a:pt x="9586830" y="778383"/>
                </a:lnTo>
                <a:lnTo>
                  <a:pt x="9568004" y="934746"/>
                </a:lnTo>
                <a:lnTo>
                  <a:pt x="9551868" y="1089051"/>
                </a:lnTo>
                <a:lnTo>
                  <a:pt x="9536572" y="1245413"/>
                </a:lnTo>
                <a:lnTo>
                  <a:pt x="9522620" y="1401090"/>
                </a:lnTo>
                <a:lnTo>
                  <a:pt x="9510518" y="1554023"/>
                </a:lnTo>
                <a:lnTo>
                  <a:pt x="9498415" y="1709014"/>
                </a:lnTo>
                <a:lnTo>
                  <a:pt x="9488330" y="1861947"/>
                </a:lnTo>
                <a:lnTo>
                  <a:pt x="9480430" y="2014881"/>
                </a:lnTo>
                <a:lnTo>
                  <a:pt x="9472193" y="2167128"/>
                </a:lnTo>
                <a:lnTo>
                  <a:pt x="9465302" y="2318004"/>
                </a:lnTo>
                <a:lnTo>
                  <a:pt x="9460427" y="2467509"/>
                </a:lnTo>
                <a:lnTo>
                  <a:pt x="9456225" y="2617013"/>
                </a:lnTo>
                <a:lnTo>
                  <a:pt x="9452191" y="2765146"/>
                </a:lnTo>
                <a:lnTo>
                  <a:pt x="9450342" y="2911221"/>
                </a:lnTo>
                <a:lnTo>
                  <a:pt x="9448325" y="3057297"/>
                </a:lnTo>
                <a:lnTo>
                  <a:pt x="9447316" y="3201315"/>
                </a:lnTo>
                <a:lnTo>
                  <a:pt x="9448325" y="3343961"/>
                </a:lnTo>
                <a:lnTo>
                  <a:pt x="9448325" y="3485236"/>
                </a:lnTo>
                <a:lnTo>
                  <a:pt x="9450342" y="3625139"/>
                </a:lnTo>
                <a:lnTo>
                  <a:pt x="9453367" y="3762299"/>
                </a:lnTo>
                <a:lnTo>
                  <a:pt x="9456225" y="3898087"/>
                </a:lnTo>
                <a:lnTo>
                  <a:pt x="9459419" y="4031133"/>
                </a:lnTo>
                <a:lnTo>
                  <a:pt x="9464293" y="4163492"/>
                </a:lnTo>
                <a:lnTo>
                  <a:pt x="9469504" y="4293793"/>
                </a:lnTo>
                <a:lnTo>
                  <a:pt x="9474210" y="4421352"/>
                </a:lnTo>
                <a:lnTo>
                  <a:pt x="9487490" y="4670298"/>
                </a:lnTo>
                <a:lnTo>
                  <a:pt x="9501609" y="4908956"/>
                </a:lnTo>
                <a:lnTo>
                  <a:pt x="9516401" y="5138013"/>
                </a:lnTo>
                <a:lnTo>
                  <a:pt x="9532706" y="5354726"/>
                </a:lnTo>
                <a:lnTo>
                  <a:pt x="9549683" y="5561838"/>
                </a:lnTo>
                <a:lnTo>
                  <a:pt x="9568004" y="5753862"/>
                </a:lnTo>
                <a:lnTo>
                  <a:pt x="9585990" y="5934227"/>
                </a:lnTo>
                <a:lnTo>
                  <a:pt x="9603975" y="6100191"/>
                </a:lnTo>
                <a:lnTo>
                  <a:pt x="9620952" y="6252438"/>
                </a:lnTo>
                <a:lnTo>
                  <a:pt x="9637089" y="6387541"/>
                </a:lnTo>
                <a:lnTo>
                  <a:pt x="9652385" y="6509613"/>
                </a:lnTo>
                <a:lnTo>
                  <a:pt x="9665160" y="6612483"/>
                </a:lnTo>
                <a:lnTo>
                  <a:pt x="9677262" y="6698894"/>
                </a:lnTo>
                <a:lnTo>
                  <a:pt x="9694576" y="6817538"/>
                </a:lnTo>
                <a:lnTo>
                  <a:pt x="9700459" y="6858000"/>
                </a:lnTo>
                <a:lnTo>
                  <a:pt x="8795105" y="6858000"/>
                </a:lnTo>
                <a:lnTo>
                  <a:pt x="8795105" y="6858001"/>
                </a:lnTo>
                <a:lnTo>
                  <a:pt x="2704541" y="6858001"/>
                </a:lnTo>
                <a:lnTo>
                  <a:pt x="2704541" y="6858000"/>
                </a:lnTo>
                <a:lnTo>
                  <a:pt x="1517015" y="6858000"/>
                </a:lnTo>
                <a:lnTo>
                  <a:pt x="1323975" y="6858000"/>
                </a:lnTo>
                <a:lnTo>
                  <a:pt x="0" y="6858000"/>
                </a:lnTo>
                <a:close/>
              </a:path>
            </a:pathLst>
          </a:custGeom>
          <a:ln>
            <a:no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2" name="TextBox 1">
            <a:extLst>
              <a:ext uri="{FF2B5EF4-FFF2-40B4-BE49-F238E27FC236}">
                <a16:creationId xmlns:a16="http://schemas.microsoft.com/office/drawing/2014/main" id="{95B769E7-A8CB-62DA-E18E-B482B0F932C5}"/>
              </a:ext>
            </a:extLst>
          </p:cNvPr>
          <p:cNvSpPr txBox="1"/>
          <p:nvPr/>
        </p:nvSpPr>
        <p:spPr>
          <a:xfrm>
            <a:off x="1154955" y="1447800"/>
            <a:ext cx="6974915" cy="3329581"/>
          </a:xfrm>
          <a:prstGeom prst="rect">
            <a:avLst/>
          </a:prstGeom>
        </p:spPr>
        <p:txBody>
          <a:bodyPr vert="horz" lIns="91440" tIns="45720" rIns="91440" bIns="45720" rtlCol="0" anchor="b">
            <a:normAutofit/>
          </a:bodyPr>
          <a:lstStyle/>
          <a:p>
            <a:pPr>
              <a:spcBef>
                <a:spcPct val="0"/>
              </a:spcBef>
              <a:spcAft>
                <a:spcPts val="600"/>
              </a:spcAft>
            </a:pPr>
            <a:r>
              <a:rPr lang="en-US" sz="7200" b="0" i="0" kern="1200" dirty="0">
                <a:solidFill>
                  <a:schemeClr val="tx2"/>
                </a:solidFill>
                <a:latin typeface="+mj-lt"/>
                <a:ea typeface="+mj-ea"/>
                <a:cs typeface="+mj-cs"/>
              </a:rPr>
              <a:t>Appendix</a:t>
            </a:r>
          </a:p>
        </p:txBody>
      </p:sp>
      <p:sp>
        <p:nvSpPr>
          <p:cNvPr id="25" name="Rectangle 24">
            <a:extLst>
              <a:ext uri="{FF2B5EF4-FFF2-40B4-BE49-F238E27FC236}">
                <a16:creationId xmlns:a16="http://schemas.microsoft.com/office/drawing/2014/main" id="{B61A74B3-E247-44D4-8C48-FAE8E20564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3" name="Picture 2">
            <a:extLst>
              <a:ext uri="{FF2B5EF4-FFF2-40B4-BE49-F238E27FC236}">
                <a16:creationId xmlns:a16="http://schemas.microsoft.com/office/drawing/2014/main" id="{6F796166-EA8D-2185-8EC5-4F91496ED1C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1275925" y="0"/>
            <a:ext cx="916075" cy="408072"/>
          </a:xfrm>
          <a:prstGeom prst="rect">
            <a:avLst/>
          </a:prstGeom>
        </p:spPr>
      </p:pic>
      <p:pic>
        <p:nvPicPr>
          <p:cNvPr id="4" name="Picture 3">
            <a:extLst>
              <a:ext uri="{FF2B5EF4-FFF2-40B4-BE49-F238E27FC236}">
                <a16:creationId xmlns:a16="http://schemas.microsoft.com/office/drawing/2014/main" id="{5BCC149D-3949-5FE1-D25A-EB7FE959FF96}"/>
              </a:ext>
            </a:extLst>
          </p:cNvPr>
          <p:cNvPicPr>
            <a:picLocks noChangeAspect="1"/>
          </p:cNvPicPr>
          <p:nvPr/>
        </p:nvPicPr>
        <p:blipFill>
          <a:blip r:embed="rId7"/>
          <a:stretch>
            <a:fillRect/>
          </a:stretch>
        </p:blipFill>
        <p:spPr>
          <a:xfrm>
            <a:off x="50240" y="6672711"/>
            <a:ext cx="1250718" cy="149973"/>
          </a:xfrm>
          <a:prstGeom prst="rect">
            <a:avLst/>
          </a:prstGeom>
        </p:spPr>
      </p:pic>
    </p:spTree>
    <p:extLst>
      <p:ext uri="{BB962C8B-B14F-4D97-AF65-F5344CB8AC3E}">
        <p14:creationId xmlns:p14="http://schemas.microsoft.com/office/powerpoint/2010/main" val="2723567413"/>
      </p:ext>
    </p:extLst>
  </p:cSld>
  <p:clrMapOvr>
    <a:overrideClrMapping bg1="lt1" tx1="dk1" bg2="lt2" tx2="dk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B0C335-CAFE-DF1B-684A-5009773809C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DE816FF-2DBC-A723-D97D-45B8E5E32911}"/>
              </a:ext>
            </a:extLst>
          </p:cNvPr>
          <p:cNvSpPr txBox="1"/>
          <p:nvPr/>
        </p:nvSpPr>
        <p:spPr>
          <a:xfrm>
            <a:off x="422572" y="110302"/>
            <a:ext cx="11602280" cy="584775"/>
          </a:xfrm>
          <a:prstGeom prst="rect">
            <a:avLst/>
          </a:prstGeom>
          <a:noFill/>
        </p:spPr>
        <p:txBody>
          <a:bodyPr wrap="square">
            <a:spAutoFit/>
          </a:bodyPr>
          <a:lstStyle/>
          <a:p>
            <a:pPr algn="ctr"/>
            <a:r>
              <a:rPr lang="en-US" sz="3200" b="1" dirty="0"/>
              <a:t>Data Background and Contents</a:t>
            </a:r>
          </a:p>
        </p:txBody>
      </p:sp>
      <p:sp>
        <p:nvSpPr>
          <p:cNvPr id="8" name="TextBox 7">
            <a:extLst>
              <a:ext uri="{FF2B5EF4-FFF2-40B4-BE49-F238E27FC236}">
                <a16:creationId xmlns:a16="http://schemas.microsoft.com/office/drawing/2014/main" id="{AD91CAE4-FEF8-7368-5C10-60695DA0FA13}"/>
              </a:ext>
            </a:extLst>
          </p:cNvPr>
          <p:cNvSpPr txBox="1"/>
          <p:nvPr/>
        </p:nvSpPr>
        <p:spPr>
          <a:xfrm>
            <a:off x="589936" y="1030801"/>
            <a:ext cx="10982632" cy="5545044"/>
          </a:xfrm>
          <a:prstGeom prst="rect">
            <a:avLst/>
          </a:prstGeom>
          <a:noFill/>
        </p:spPr>
        <p:txBody>
          <a:bodyPr wrap="square">
            <a:spAutoFit/>
          </a:bodyPr>
          <a:lstStyle/>
          <a:p>
            <a:pPr>
              <a:lnSpc>
                <a:spcPct val="200000"/>
              </a:lnSpc>
            </a:pPr>
            <a:r>
              <a:rPr lang="en-US" dirty="0"/>
              <a:t>The dataset contains 100 observations and 6 attributes</a:t>
            </a:r>
          </a:p>
          <a:p>
            <a:pPr marL="285750" indent="-285750">
              <a:lnSpc>
                <a:spcPct val="200000"/>
              </a:lnSpc>
              <a:buFont typeface="Wingdings" panose="05000000000000000000" pitchFamily="2" charset="2"/>
              <a:buChar char="Ø"/>
            </a:pPr>
            <a:r>
              <a:rPr lang="en-US" dirty="0"/>
              <a:t> 5 of the attributes (including </a:t>
            </a:r>
            <a:r>
              <a:rPr lang="en-US" dirty="0" err="1"/>
              <a:t>user_id</a:t>
            </a:r>
            <a:r>
              <a:rPr lang="en-US" dirty="0"/>
              <a:t>) are categorical in nature, while one is numerical</a:t>
            </a:r>
          </a:p>
          <a:p>
            <a:pPr marL="285750" indent="-285750">
              <a:lnSpc>
                <a:spcPct val="200000"/>
              </a:lnSpc>
              <a:buFont typeface="Wingdings" panose="05000000000000000000" pitchFamily="2" charset="2"/>
              <a:buChar char="Ø"/>
            </a:pPr>
            <a:r>
              <a:rPr lang="en-US" dirty="0"/>
              <a:t> There are no missing values in the dataset</a:t>
            </a:r>
          </a:p>
          <a:p>
            <a:pPr marL="285750" indent="-285750">
              <a:lnSpc>
                <a:spcPct val="200000"/>
              </a:lnSpc>
              <a:buFont typeface="Wingdings" panose="05000000000000000000" pitchFamily="2" charset="2"/>
              <a:buChar char="Ø"/>
            </a:pPr>
            <a:r>
              <a:rPr lang="en-US" dirty="0"/>
              <a:t> The statistical summary of the data shows us the following</a:t>
            </a:r>
          </a:p>
          <a:p>
            <a:pPr marL="857250" lvl="1" indent="-400050">
              <a:lnSpc>
                <a:spcPct val="200000"/>
              </a:lnSpc>
              <a:buFont typeface="+mj-lt"/>
              <a:buAutoNum type="romanUcPeriod"/>
            </a:pPr>
            <a:r>
              <a:rPr lang="en-US" dirty="0"/>
              <a:t>The time spent by users on the landing page ranges from 11 seconds to 11 minutes, with an average of 5.4 minutes</a:t>
            </a:r>
          </a:p>
          <a:p>
            <a:pPr marL="857250" lvl="1" indent="-400050">
              <a:lnSpc>
                <a:spcPct val="200000"/>
              </a:lnSpc>
              <a:buFont typeface="+mj-lt"/>
              <a:buAutoNum type="romanUcPeriod"/>
            </a:pPr>
            <a:r>
              <a:rPr lang="en-US" dirty="0"/>
              <a:t>Variables ‘group’, ‘</a:t>
            </a:r>
            <a:r>
              <a:rPr lang="en-US" dirty="0" err="1"/>
              <a:t>landing_page</a:t>
            </a:r>
            <a:r>
              <a:rPr lang="en-US" dirty="0"/>
              <a:t>’, and ‘converted’ have only two categories</a:t>
            </a:r>
          </a:p>
          <a:p>
            <a:pPr marL="857250" lvl="1" indent="-400050">
              <a:lnSpc>
                <a:spcPct val="200000"/>
              </a:lnSpc>
              <a:buFont typeface="+mj-lt"/>
              <a:buAutoNum type="romanUcPeriod"/>
            </a:pPr>
            <a:r>
              <a:rPr lang="en-US" dirty="0"/>
              <a:t>More than 50% of users are converted</a:t>
            </a:r>
          </a:p>
          <a:p>
            <a:pPr marL="857250" lvl="1" indent="-400050">
              <a:lnSpc>
                <a:spcPct val="200000"/>
              </a:lnSpc>
              <a:buFont typeface="+mj-lt"/>
              <a:buAutoNum type="romanUcPeriod"/>
            </a:pPr>
            <a:r>
              <a:rPr lang="en-US" dirty="0"/>
              <a:t>There are three categories of languages preferred by users, among which Spanish has been preferred the most by users.</a:t>
            </a:r>
          </a:p>
        </p:txBody>
      </p:sp>
      <p:pic>
        <p:nvPicPr>
          <p:cNvPr id="3" name="Picture 2">
            <a:extLst>
              <a:ext uri="{FF2B5EF4-FFF2-40B4-BE49-F238E27FC236}">
                <a16:creationId xmlns:a16="http://schemas.microsoft.com/office/drawing/2014/main" id="{1340F985-F155-742F-5AEE-B11B17EDDC1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75925" y="0"/>
            <a:ext cx="916075" cy="408072"/>
          </a:xfrm>
          <a:prstGeom prst="rect">
            <a:avLst/>
          </a:prstGeom>
        </p:spPr>
      </p:pic>
      <p:pic>
        <p:nvPicPr>
          <p:cNvPr id="4" name="Picture 3">
            <a:extLst>
              <a:ext uri="{FF2B5EF4-FFF2-40B4-BE49-F238E27FC236}">
                <a16:creationId xmlns:a16="http://schemas.microsoft.com/office/drawing/2014/main" id="{287CCF44-4F5A-30FC-FDB1-A6E5251005ED}"/>
              </a:ext>
            </a:extLst>
          </p:cNvPr>
          <p:cNvPicPr>
            <a:picLocks noChangeAspect="1"/>
          </p:cNvPicPr>
          <p:nvPr/>
        </p:nvPicPr>
        <p:blipFill>
          <a:blip r:embed="rId3"/>
          <a:stretch>
            <a:fillRect/>
          </a:stretch>
        </p:blipFill>
        <p:spPr>
          <a:xfrm>
            <a:off x="50240" y="6672711"/>
            <a:ext cx="1250718" cy="149973"/>
          </a:xfrm>
          <a:prstGeom prst="rect">
            <a:avLst/>
          </a:prstGeom>
        </p:spPr>
      </p:pic>
    </p:spTree>
    <p:extLst>
      <p:ext uri="{BB962C8B-B14F-4D97-AF65-F5344CB8AC3E}">
        <p14:creationId xmlns:p14="http://schemas.microsoft.com/office/powerpoint/2010/main" val="10519184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37199C1-0C0E-EAE0-4C2F-18B6F7DBD68C}"/>
              </a:ext>
            </a:extLst>
          </p:cNvPr>
          <p:cNvSpPr txBox="1"/>
          <p:nvPr/>
        </p:nvSpPr>
        <p:spPr>
          <a:xfrm>
            <a:off x="422572" y="110302"/>
            <a:ext cx="11602280" cy="584775"/>
          </a:xfrm>
          <a:prstGeom prst="rect">
            <a:avLst/>
          </a:prstGeom>
          <a:noFill/>
        </p:spPr>
        <p:txBody>
          <a:bodyPr wrap="square">
            <a:spAutoFit/>
          </a:bodyPr>
          <a:lstStyle/>
          <a:p>
            <a:pPr algn="ctr"/>
            <a:r>
              <a:rPr lang="en-US" sz="3200" b="1" dirty="0"/>
              <a:t>Hypothesis Testing Details</a:t>
            </a:r>
          </a:p>
        </p:txBody>
      </p:sp>
      <p:sp>
        <p:nvSpPr>
          <p:cNvPr id="4" name="TextBox 3">
            <a:extLst>
              <a:ext uri="{FF2B5EF4-FFF2-40B4-BE49-F238E27FC236}">
                <a16:creationId xmlns:a16="http://schemas.microsoft.com/office/drawing/2014/main" id="{76D1B140-23DF-4D66-8844-BB555D04D527}"/>
              </a:ext>
            </a:extLst>
          </p:cNvPr>
          <p:cNvSpPr txBox="1"/>
          <p:nvPr/>
        </p:nvSpPr>
        <p:spPr>
          <a:xfrm>
            <a:off x="540773" y="1233374"/>
            <a:ext cx="10677833" cy="5025671"/>
          </a:xfrm>
          <a:prstGeom prst="rect">
            <a:avLst/>
          </a:prstGeom>
          <a:noFill/>
        </p:spPr>
        <p:txBody>
          <a:bodyPr wrap="square">
            <a:spAutoFit/>
          </a:bodyPr>
          <a:lstStyle/>
          <a:p>
            <a:pPr>
              <a:lnSpc>
                <a:spcPct val="150000"/>
              </a:lnSpc>
            </a:pPr>
            <a:r>
              <a:rPr lang="en-US" dirty="0"/>
              <a:t> The null hypothesis</a:t>
            </a:r>
          </a:p>
          <a:p>
            <a:pPr>
              <a:lnSpc>
                <a:spcPct val="150000"/>
              </a:lnSpc>
            </a:pPr>
            <a:r>
              <a:rPr lang="en-US" dirty="0"/>
              <a:t> H</a:t>
            </a:r>
            <a:r>
              <a:rPr lang="en-US" baseline="-25000" dirty="0"/>
              <a:t>0</a:t>
            </a:r>
            <a:r>
              <a:rPr lang="en-US" dirty="0"/>
              <a:t>:  μ</a:t>
            </a:r>
            <a:r>
              <a:rPr lang="en-US" baseline="-25000" dirty="0"/>
              <a:t>1</a:t>
            </a:r>
            <a:r>
              <a:rPr lang="en-US" dirty="0"/>
              <a:t> =  μ</a:t>
            </a:r>
            <a:r>
              <a:rPr lang="en-US" baseline="-25000" dirty="0"/>
              <a:t>2</a:t>
            </a:r>
          </a:p>
          <a:p>
            <a:pPr>
              <a:lnSpc>
                <a:spcPct val="150000"/>
              </a:lnSpc>
            </a:pPr>
            <a:r>
              <a:rPr lang="en-US" dirty="0"/>
              <a:t> was tested against the alternative hypothesis</a:t>
            </a:r>
          </a:p>
          <a:p>
            <a:pPr>
              <a:lnSpc>
                <a:spcPct val="150000"/>
              </a:lnSpc>
            </a:pPr>
            <a:r>
              <a:rPr lang="en-US" dirty="0"/>
              <a:t> H</a:t>
            </a:r>
            <a:r>
              <a:rPr lang="en-US" baseline="-25000" dirty="0"/>
              <a:t>a</a:t>
            </a:r>
            <a:r>
              <a:rPr lang="en-US" dirty="0"/>
              <a:t>:  μ</a:t>
            </a:r>
            <a:r>
              <a:rPr lang="en-US" baseline="-25000" dirty="0"/>
              <a:t>1</a:t>
            </a:r>
            <a:r>
              <a:rPr lang="en-US" dirty="0"/>
              <a:t> &gt;  μ</a:t>
            </a:r>
            <a:r>
              <a:rPr lang="en-US" baseline="-25000" dirty="0"/>
              <a:t>2</a:t>
            </a:r>
            <a:endParaRPr lang="en-US" dirty="0"/>
          </a:p>
          <a:p>
            <a:pPr>
              <a:lnSpc>
                <a:spcPct val="150000"/>
              </a:lnSpc>
            </a:pPr>
            <a:r>
              <a:rPr lang="en-US" dirty="0"/>
              <a:t> where μ</a:t>
            </a:r>
            <a:r>
              <a:rPr lang="en-US" baseline="-25000" dirty="0"/>
              <a:t>1</a:t>
            </a:r>
            <a:r>
              <a:rPr lang="en-US" dirty="0"/>
              <a:t> and μ</a:t>
            </a:r>
            <a:r>
              <a:rPr lang="en-US" baseline="-25000" dirty="0"/>
              <a:t>2  </a:t>
            </a:r>
            <a:r>
              <a:rPr lang="en-US" dirty="0"/>
              <a:t>denote the mean time spent by the users on the new and the old landing pages, respectively.</a:t>
            </a:r>
          </a:p>
          <a:p>
            <a:pPr>
              <a:lnSpc>
                <a:spcPct val="150000"/>
              </a:lnSpc>
            </a:pPr>
            <a:endParaRPr lang="en-US" dirty="0"/>
          </a:p>
          <a:p>
            <a:pPr marL="285750" indent="-285750">
              <a:lnSpc>
                <a:spcPct val="150000"/>
              </a:lnSpc>
              <a:buFont typeface="Wingdings" panose="05000000000000000000" pitchFamily="2" charset="2"/>
              <a:buChar char="Ø"/>
            </a:pPr>
            <a:r>
              <a:rPr lang="en-US" dirty="0"/>
              <a:t> Since we need to test for the equality of means with unequal and unknown standard deviations from two independent populations, a two-sample independent t-test was performed.</a:t>
            </a:r>
          </a:p>
          <a:p>
            <a:pPr marL="285750" indent="-285750">
              <a:lnSpc>
                <a:spcPct val="150000"/>
              </a:lnSpc>
              <a:buFont typeface="Wingdings" panose="05000000000000000000" pitchFamily="2" charset="2"/>
              <a:buChar char="Ø"/>
            </a:pPr>
            <a:r>
              <a:rPr lang="en-US" dirty="0"/>
              <a:t> A </a:t>
            </a:r>
            <a:r>
              <a:rPr lang="en-US" b="1" dirty="0"/>
              <a:t>p-value</a:t>
            </a:r>
            <a:r>
              <a:rPr lang="en-US" dirty="0"/>
              <a:t> of </a:t>
            </a:r>
            <a:r>
              <a:rPr lang="en-US" b="1" dirty="0"/>
              <a:t>0.0001</a:t>
            </a:r>
            <a:r>
              <a:rPr lang="en-US" dirty="0"/>
              <a:t> was obtained, which is lower than the significance level of </a:t>
            </a:r>
            <a:r>
              <a:rPr lang="en-US" b="1" dirty="0"/>
              <a:t>0.05</a:t>
            </a:r>
            <a:r>
              <a:rPr lang="en-US" dirty="0"/>
              <a:t>, so the null hypothesis was rejected.</a:t>
            </a:r>
          </a:p>
        </p:txBody>
      </p:sp>
      <p:pic>
        <p:nvPicPr>
          <p:cNvPr id="3" name="Picture 2">
            <a:extLst>
              <a:ext uri="{FF2B5EF4-FFF2-40B4-BE49-F238E27FC236}">
                <a16:creationId xmlns:a16="http://schemas.microsoft.com/office/drawing/2014/main" id="{C1984FA5-43D7-BD9F-6B67-33071F3A014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75925" y="0"/>
            <a:ext cx="916075" cy="408072"/>
          </a:xfrm>
          <a:prstGeom prst="rect">
            <a:avLst/>
          </a:prstGeom>
        </p:spPr>
      </p:pic>
      <p:pic>
        <p:nvPicPr>
          <p:cNvPr id="5" name="Picture 4">
            <a:extLst>
              <a:ext uri="{FF2B5EF4-FFF2-40B4-BE49-F238E27FC236}">
                <a16:creationId xmlns:a16="http://schemas.microsoft.com/office/drawing/2014/main" id="{DA80C939-2980-FA5B-CB9F-AF2138263FAD}"/>
              </a:ext>
            </a:extLst>
          </p:cNvPr>
          <p:cNvPicPr>
            <a:picLocks noChangeAspect="1"/>
          </p:cNvPicPr>
          <p:nvPr/>
        </p:nvPicPr>
        <p:blipFill>
          <a:blip r:embed="rId3"/>
          <a:stretch>
            <a:fillRect/>
          </a:stretch>
        </p:blipFill>
        <p:spPr>
          <a:xfrm>
            <a:off x="50240" y="6672711"/>
            <a:ext cx="1250718" cy="149973"/>
          </a:xfrm>
          <a:prstGeom prst="rect">
            <a:avLst/>
          </a:prstGeom>
        </p:spPr>
      </p:pic>
    </p:spTree>
    <p:extLst>
      <p:ext uri="{BB962C8B-B14F-4D97-AF65-F5344CB8AC3E}">
        <p14:creationId xmlns:p14="http://schemas.microsoft.com/office/powerpoint/2010/main" val="11432826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6FDFE3-21D7-6A45-4C66-15A119EAFCE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3ED1564-FA02-360A-336C-DFBC72391712}"/>
              </a:ext>
            </a:extLst>
          </p:cNvPr>
          <p:cNvSpPr txBox="1"/>
          <p:nvPr/>
        </p:nvSpPr>
        <p:spPr>
          <a:xfrm>
            <a:off x="422572" y="110302"/>
            <a:ext cx="11602280" cy="584775"/>
          </a:xfrm>
          <a:prstGeom prst="rect">
            <a:avLst/>
          </a:prstGeom>
          <a:noFill/>
        </p:spPr>
        <p:txBody>
          <a:bodyPr wrap="square">
            <a:spAutoFit/>
          </a:bodyPr>
          <a:lstStyle/>
          <a:p>
            <a:pPr algn="ctr"/>
            <a:r>
              <a:rPr lang="en-US" sz="3200" b="1" dirty="0"/>
              <a:t>Hypothesis Testing Details</a:t>
            </a:r>
          </a:p>
        </p:txBody>
      </p:sp>
      <p:sp>
        <p:nvSpPr>
          <p:cNvPr id="4" name="TextBox 3">
            <a:extLst>
              <a:ext uri="{FF2B5EF4-FFF2-40B4-BE49-F238E27FC236}">
                <a16:creationId xmlns:a16="http://schemas.microsoft.com/office/drawing/2014/main" id="{9A55DB6E-9014-C67D-1ABA-31B87BD768F7}"/>
              </a:ext>
            </a:extLst>
          </p:cNvPr>
          <p:cNvSpPr txBox="1"/>
          <p:nvPr/>
        </p:nvSpPr>
        <p:spPr>
          <a:xfrm>
            <a:off x="540773" y="1233374"/>
            <a:ext cx="10186221" cy="4471673"/>
          </a:xfrm>
          <a:prstGeom prst="rect">
            <a:avLst/>
          </a:prstGeom>
          <a:noFill/>
        </p:spPr>
        <p:txBody>
          <a:bodyPr wrap="square">
            <a:spAutoFit/>
          </a:bodyPr>
          <a:lstStyle/>
          <a:p>
            <a:pPr>
              <a:lnSpc>
                <a:spcPct val="150000"/>
              </a:lnSpc>
            </a:pPr>
            <a:r>
              <a:rPr lang="en-US" dirty="0"/>
              <a:t> The null hypothesis</a:t>
            </a:r>
          </a:p>
          <a:p>
            <a:pPr>
              <a:lnSpc>
                <a:spcPct val="150000"/>
              </a:lnSpc>
            </a:pPr>
            <a:r>
              <a:rPr lang="en-US" dirty="0"/>
              <a:t> H0: p</a:t>
            </a:r>
            <a:r>
              <a:rPr lang="en-US" baseline="-25000" dirty="0"/>
              <a:t>1</a:t>
            </a:r>
            <a:r>
              <a:rPr lang="en-US" dirty="0"/>
              <a:t> =  p₂</a:t>
            </a:r>
          </a:p>
          <a:p>
            <a:pPr>
              <a:lnSpc>
                <a:spcPct val="150000"/>
              </a:lnSpc>
            </a:pPr>
            <a:r>
              <a:rPr lang="en-US" dirty="0"/>
              <a:t> was tested against the alternative hypothesis</a:t>
            </a:r>
          </a:p>
          <a:p>
            <a:pPr>
              <a:lnSpc>
                <a:spcPct val="150000"/>
              </a:lnSpc>
            </a:pPr>
            <a:r>
              <a:rPr lang="en-US" dirty="0"/>
              <a:t> Ha: p</a:t>
            </a:r>
            <a:r>
              <a:rPr lang="en-US" baseline="-25000" dirty="0"/>
              <a:t>1</a:t>
            </a:r>
            <a:r>
              <a:rPr lang="en-US" dirty="0"/>
              <a:t>  &gt;  p₂</a:t>
            </a:r>
          </a:p>
          <a:p>
            <a:pPr>
              <a:lnSpc>
                <a:spcPct val="150000"/>
              </a:lnSpc>
            </a:pPr>
            <a:r>
              <a:rPr lang="en-US" dirty="0"/>
              <a:t> where p</a:t>
            </a:r>
            <a:r>
              <a:rPr lang="en-US" baseline="-25000" dirty="0"/>
              <a:t>1</a:t>
            </a:r>
            <a:r>
              <a:rPr lang="en-US" dirty="0"/>
              <a:t>  and  p₂ denote the conversion rate for the new and old page, respectively.</a:t>
            </a:r>
          </a:p>
          <a:p>
            <a:pPr>
              <a:lnSpc>
                <a:spcPct val="150000"/>
              </a:lnSpc>
            </a:pPr>
            <a:endParaRPr lang="en-US" dirty="0"/>
          </a:p>
          <a:p>
            <a:pPr marL="285750" indent="-285750">
              <a:lnSpc>
                <a:spcPct val="200000"/>
              </a:lnSpc>
              <a:buFont typeface="Wingdings" panose="05000000000000000000" pitchFamily="2" charset="2"/>
              <a:buChar char="Ø"/>
            </a:pPr>
            <a:r>
              <a:rPr lang="en-US" dirty="0"/>
              <a:t>Since we need to test for the equality of proportions from two independent populations, a two-sample proportion z-test was performed </a:t>
            </a:r>
          </a:p>
          <a:p>
            <a:pPr marL="285750" indent="-285750">
              <a:lnSpc>
                <a:spcPct val="150000"/>
              </a:lnSpc>
              <a:buFont typeface="Wingdings" panose="05000000000000000000" pitchFamily="2" charset="2"/>
              <a:buChar char="Ø"/>
            </a:pPr>
            <a:r>
              <a:rPr lang="en-US" dirty="0"/>
              <a:t>A  </a:t>
            </a:r>
            <a:r>
              <a:rPr lang="en-US" b="1" dirty="0"/>
              <a:t>p-value</a:t>
            </a:r>
            <a:r>
              <a:rPr lang="en-US" dirty="0"/>
              <a:t> of </a:t>
            </a:r>
            <a:r>
              <a:rPr lang="en-US" b="1" dirty="0"/>
              <a:t>0.0080</a:t>
            </a:r>
            <a:r>
              <a:rPr lang="en-US" dirty="0"/>
              <a:t> was obtained, which is lower than the significance level of </a:t>
            </a:r>
            <a:r>
              <a:rPr lang="en-US" b="1" dirty="0"/>
              <a:t>0.05</a:t>
            </a:r>
            <a:r>
              <a:rPr lang="en-US" dirty="0"/>
              <a:t>. So, the null hypothesis was rejected</a:t>
            </a:r>
          </a:p>
        </p:txBody>
      </p:sp>
      <p:pic>
        <p:nvPicPr>
          <p:cNvPr id="3" name="Picture 2">
            <a:extLst>
              <a:ext uri="{FF2B5EF4-FFF2-40B4-BE49-F238E27FC236}">
                <a16:creationId xmlns:a16="http://schemas.microsoft.com/office/drawing/2014/main" id="{788C5848-2C76-D1B0-C686-106A7C17C88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75925" y="0"/>
            <a:ext cx="916075" cy="408072"/>
          </a:xfrm>
          <a:prstGeom prst="rect">
            <a:avLst/>
          </a:prstGeom>
        </p:spPr>
      </p:pic>
      <p:pic>
        <p:nvPicPr>
          <p:cNvPr id="5" name="Picture 4">
            <a:extLst>
              <a:ext uri="{FF2B5EF4-FFF2-40B4-BE49-F238E27FC236}">
                <a16:creationId xmlns:a16="http://schemas.microsoft.com/office/drawing/2014/main" id="{B01D0C11-E456-6EED-F9BE-2F87A1036ADE}"/>
              </a:ext>
            </a:extLst>
          </p:cNvPr>
          <p:cNvPicPr>
            <a:picLocks noChangeAspect="1"/>
          </p:cNvPicPr>
          <p:nvPr/>
        </p:nvPicPr>
        <p:blipFill>
          <a:blip r:embed="rId3"/>
          <a:stretch>
            <a:fillRect/>
          </a:stretch>
        </p:blipFill>
        <p:spPr>
          <a:xfrm>
            <a:off x="50240" y="6672711"/>
            <a:ext cx="1250718" cy="149973"/>
          </a:xfrm>
          <a:prstGeom prst="rect">
            <a:avLst/>
          </a:prstGeom>
        </p:spPr>
      </p:pic>
    </p:spTree>
    <p:extLst>
      <p:ext uri="{BB962C8B-B14F-4D97-AF65-F5344CB8AC3E}">
        <p14:creationId xmlns:p14="http://schemas.microsoft.com/office/powerpoint/2010/main" val="22943987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718075-6080-71A8-B116-3FB3DC33A09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DC8B921-E501-AC84-5BDE-7248AAF583E8}"/>
              </a:ext>
            </a:extLst>
          </p:cNvPr>
          <p:cNvSpPr txBox="1"/>
          <p:nvPr/>
        </p:nvSpPr>
        <p:spPr>
          <a:xfrm>
            <a:off x="422572" y="110302"/>
            <a:ext cx="11602280" cy="584775"/>
          </a:xfrm>
          <a:prstGeom prst="rect">
            <a:avLst/>
          </a:prstGeom>
          <a:noFill/>
        </p:spPr>
        <p:txBody>
          <a:bodyPr wrap="square">
            <a:spAutoFit/>
          </a:bodyPr>
          <a:lstStyle/>
          <a:p>
            <a:pPr algn="ctr"/>
            <a:r>
              <a:rPr lang="en-US" sz="3200" b="1" dirty="0"/>
              <a:t>Hypothesis Testing Details</a:t>
            </a:r>
          </a:p>
        </p:txBody>
      </p:sp>
      <p:sp>
        <p:nvSpPr>
          <p:cNvPr id="4" name="TextBox 3">
            <a:extLst>
              <a:ext uri="{FF2B5EF4-FFF2-40B4-BE49-F238E27FC236}">
                <a16:creationId xmlns:a16="http://schemas.microsoft.com/office/drawing/2014/main" id="{D00B8636-3C78-11D3-2583-A99FE9E27408}"/>
              </a:ext>
            </a:extLst>
          </p:cNvPr>
          <p:cNvSpPr txBox="1"/>
          <p:nvPr/>
        </p:nvSpPr>
        <p:spPr>
          <a:xfrm>
            <a:off x="540773" y="1233374"/>
            <a:ext cx="10559846" cy="4991046"/>
          </a:xfrm>
          <a:prstGeom prst="rect">
            <a:avLst/>
          </a:prstGeom>
          <a:noFill/>
        </p:spPr>
        <p:txBody>
          <a:bodyPr wrap="square">
            <a:spAutoFit/>
          </a:bodyPr>
          <a:lstStyle/>
          <a:p>
            <a:pPr>
              <a:lnSpc>
                <a:spcPct val="200000"/>
              </a:lnSpc>
            </a:pPr>
            <a:r>
              <a:rPr lang="en-US" dirty="0"/>
              <a:t> The null hypothesis </a:t>
            </a:r>
            <a:r>
              <a:rPr lang="en-US" b="1" dirty="0"/>
              <a:t>H</a:t>
            </a:r>
            <a:r>
              <a:rPr lang="en-US" b="1" baseline="-25000" dirty="0"/>
              <a:t>0 </a:t>
            </a:r>
            <a:r>
              <a:rPr lang="en-US" dirty="0"/>
              <a:t> (the converted status is independent of the preferred language).</a:t>
            </a:r>
          </a:p>
          <a:p>
            <a:pPr>
              <a:lnSpc>
                <a:spcPct val="200000"/>
              </a:lnSpc>
            </a:pPr>
            <a:r>
              <a:rPr lang="en-US" dirty="0"/>
              <a:t> was tested against</a:t>
            </a:r>
          </a:p>
          <a:p>
            <a:pPr>
              <a:lnSpc>
                <a:spcPct val="200000"/>
              </a:lnSpc>
            </a:pPr>
            <a:r>
              <a:rPr lang="en-US" dirty="0"/>
              <a:t>The alternative hypothesis </a:t>
            </a:r>
            <a:r>
              <a:rPr lang="en-US" b="1" dirty="0"/>
              <a:t>H</a:t>
            </a:r>
            <a:r>
              <a:rPr lang="en-US" b="1" baseline="-25000" dirty="0"/>
              <a:t>a</a:t>
            </a:r>
            <a:r>
              <a:rPr lang="en-US" dirty="0"/>
              <a:t>  (the converted status that is not independent of the preferred language).</a:t>
            </a:r>
          </a:p>
          <a:p>
            <a:pPr>
              <a:lnSpc>
                <a:spcPct val="200000"/>
              </a:lnSpc>
            </a:pPr>
            <a:endParaRPr lang="en-US" dirty="0"/>
          </a:p>
          <a:p>
            <a:pPr marL="285750" indent="-285750">
              <a:lnSpc>
                <a:spcPct val="200000"/>
              </a:lnSpc>
              <a:buFont typeface="Wingdings" panose="05000000000000000000" pitchFamily="2" charset="2"/>
              <a:buChar char="Ø"/>
            </a:pPr>
            <a:r>
              <a:rPr lang="en-US" dirty="0"/>
              <a:t>Since we need to test the independence between two categorical variables, a chi-square test for independence was performed </a:t>
            </a:r>
          </a:p>
          <a:p>
            <a:pPr marL="285750" indent="-285750">
              <a:lnSpc>
                <a:spcPct val="200000"/>
              </a:lnSpc>
              <a:buFont typeface="Wingdings" panose="05000000000000000000" pitchFamily="2" charset="2"/>
              <a:buChar char="Ø"/>
            </a:pPr>
            <a:r>
              <a:rPr lang="en-US" dirty="0"/>
              <a:t>A </a:t>
            </a:r>
            <a:r>
              <a:rPr lang="en-US" b="1" dirty="0"/>
              <a:t>p-value</a:t>
            </a:r>
            <a:r>
              <a:rPr lang="en-US" dirty="0"/>
              <a:t> of </a:t>
            </a:r>
            <a:r>
              <a:rPr lang="en-US" b="1" dirty="0"/>
              <a:t>0.2130</a:t>
            </a:r>
            <a:r>
              <a:rPr lang="en-US" dirty="0"/>
              <a:t> was obtained, which is higher than the significance level of </a:t>
            </a:r>
            <a:r>
              <a:rPr lang="en-US" b="1" dirty="0"/>
              <a:t>0.05.</a:t>
            </a:r>
            <a:r>
              <a:rPr lang="en-US" dirty="0"/>
              <a:t> So, we fail to reject the null hypothesis</a:t>
            </a:r>
          </a:p>
        </p:txBody>
      </p:sp>
      <p:pic>
        <p:nvPicPr>
          <p:cNvPr id="3" name="Picture 2">
            <a:extLst>
              <a:ext uri="{FF2B5EF4-FFF2-40B4-BE49-F238E27FC236}">
                <a16:creationId xmlns:a16="http://schemas.microsoft.com/office/drawing/2014/main" id="{9A818D1F-1C48-64BC-69FD-A6EEAD00460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75925" y="0"/>
            <a:ext cx="916075" cy="408072"/>
          </a:xfrm>
          <a:prstGeom prst="rect">
            <a:avLst/>
          </a:prstGeom>
        </p:spPr>
      </p:pic>
      <p:pic>
        <p:nvPicPr>
          <p:cNvPr id="5" name="Picture 4">
            <a:extLst>
              <a:ext uri="{FF2B5EF4-FFF2-40B4-BE49-F238E27FC236}">
                <a16:creationId xmlns:a16="http://schemas.microsoft.com/office/drawing/2014/main" id="{37E56D68-0867-A16B-0727-4E9CEE417A47}"/>
              </a:ext>
            </a:extLst>
          </p:cNvPr>
          <p:cNvPicPr>
            <a:picLocks noChangeAspect="1"/>
          </p:cNvPicPr>
          <p:nvPr/>
        </p:nvPicPr>
        <p:blipFill>
          <a:blip r:embed="rId3"/>
          <a:stretch>
            <a:fillRect/>
          </a:stretch>
        </p:blipFill>
        <p:spPr>
          <a:xfrm>
            <a:off x="50240" y="6672711"/>
            <a:ext cx="1250718" cy="149973"/>
          </a:xfrm>
          <a:prstGeom prst="rect">
            <a:avLst/>
          </a:prstGeom>
        </p:spPr>
      </p:pic>
    </p:spTree>
    <p:extLst>
      <p:ext uri="{BB962C8B-B14F-4D97-AF65-F5344CB8AC3E}">
        <p14:creationId xmlns:p14="http://schemas.microsoft.com/office/powerpoint/2010/main" val="22452991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04CABD-6DD1-5C80-4B76-9D7969080C0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A3AF76B-A48A-B1B6-1DDD-950EAB1033A3}"/>
              </a:ext>
            </a:extLst>
          </p:cNvPr>
          <p:cNvSpPr txBox="1"/>
          <p:nvPr/>
        </p:nvSpPr>
        <p:spPr>
          <a:xfrm>
            <a:off x="422572" y="110302"/>
            <a:ext cx="11602280" cy="584775"/>
          </a:xfrm>
          <a:prstGeom prst="rect">
            <a:avLst/>
          </a:prstGeom>
          <a:noFill/>
        </p:spPr>
        <p:txBody>
          <a:bodyPr wrap="square">
            <a:spAutoFit/>
          </a:bodyPr>
          <a:lstStyle/>
          <a:p>
            <a:pPr algn="ctr"/>
            <a:r>
              <a:rPr lang="en-US" sz="3200" b="1" dirty="0"/>
              <a:t>Hypothesis Testing Details</a:t>
            </a:r>
          </a:p>
        </p:txBody>
      </p:sp>
      <p:sp>
        <p:nvSpPr>
          <p:cNvPr id="4" name="TextBox 3">
            <a:extLst>
              <a:ext uri="{FF2B5EF4-FFF2-40B4-BE49-F238E27FC236}">
                <a16:creationId xmlns:a16="http://schemas.microsoft.com/office/drawing/2014/main" id="{F2C87787-0A20-A678-8CB6-4578E32ED830}"/>
              </a:ext>
            </a:extLst>
          </p:cNvPr>
          <p:cNvSpPr txBox="1"/>
          <p:nvPr/>
        </p:nvSpPr>
        <p:spPr>
          <a:xfrm>
            <a:off x="501443" y="977735"/>
            <a:ext cx="10825317" cy="4991046"/>
          </a:xfrm>
          <a:prstGeom prst="rect">
            <a:avLst/>
          </a:prstGeom>
          <a:noFill/>
        </p:spPr>
        <p:txBody>
          <a:bodyPr wrap="square">
            <a:spAutoFit/>
          </a:bodyPr>
          <a:lstStyle/>
          <a:p>
            <a:pPr>
              <a:lnSpc>
                <a:spcPct val="200000"/>
              </a:lnSpc>
            </a:pPr>
            <a:r>
              <a:rPr lang="en-US" dirty="0"/>
              <a:t> The null hypothesis </a:t>
            </a:r>
            <a:r>
              <a:rPr lang="en-US" b="1" dirty="0"/>
              <a:t>H</a:t>
            </a:r>
            <a:r>
              <a:rPr lang="en-US" b="1" baseline="-25000" dirty="0"/>
              <a:t>0 </a:t>
            </a:r>
            <a:r>
              <a:rPr lang="en-US" dirty="0"/>
              <a:t> (The mean time spent on the new page by English, French, and Spanish users are equal).</a:t>
            </a:r>
          </a:p>
          <a:p>
            <a:pPr>
              <a:lnSpc>
                <a:spcPct val="200000"/>
              </a:lnSpc>
            </a:pPr>
            <a:r>
              <a:rPr lang="en-US" dirty="0"/>
              <a:t>The alternative hypothesis, </a:t>
            </a:r>
            <a:r>
              <a:rPr lang="en-US" b="1" dirty="0"/>
              <a:t>H</a:t>
            </a:r>
            <a:r>
              <a:rPr lang="en-US" b="1" baseline="-25000" dirty="0"/>
              <a:t>a</a:t>
            </a:r>
            <a:r>
              <a:rPr lang="en-US" dirty="0"/>
              <a:t>  (At least one of the mean times spent on the new page by English, French, and Spanish users is unequal).</a:t>
            </a:r>
          </a:p>
          <a:p>
            <a:pPr>
              <a:lnSpc>
                <a:spcPct val="200000"/>
              </a:lnSpc>
            </a:pPr>
            <a:endParaRPr lang="en-US" dirty="0"/>
          </a:p>
          <a:p>
            <a:pPr marL="285750" indent="-285750">
              <a:lnSpc>
                <a:spcPct val="200000"/>
              </a:lnSpc>
              <a:buFont typeface="Wingdings" panose="05000000000000000000" pitchFamily="2" charset="2"/>
              <a:buChar char="Ø"/>
            </a:pPr>
            <a:r>
              <a:rPr lang="en-US" dirty="0"/>
              <a:t>Since we need to test the equality of means from three independent populations, a one-way ANOVA test was performed </a:t>
            </a:r>
          </a:p>
          <a:p>
            <a:pPr marL="285750" indent="-285750">
              <a:lnSpc>
                <a:spcPct val="200000"/>
              </a:lnSpc>
              <a:buFont typeface="Wingdings" panose="05000000000000000000" pitchFamily="2" charset="2"/>
              <a:buChar char="Ø"/>
            </a:pPr>
            <a:r>
              <a:rPr lang="en-US" dirty="0"/>
              <a:t>A </a:t>
            </a:r>
            <a:r>
              <a:rPr lang="en-US" b="1" dirty="0"/>
              <a:t>p-value</a:t>
            </a:r>
            <a:r>
              <a:rPr lang="en-US" dirty="0"/>
              <a:t> of </a:t>
            </a:r>
            <a:r>
              <a:rPr lang="en-US" b="1" dirty="0"/>
              <a:t>0.4320</a:t>
            </a:r>
            <a:r>
              <a:rPr lang="en-US" dirty="0"/>
              <a:t> was obtained, which is higher than the significance level of </a:t>
            </a:r>
            <a:r>
              <a:rPr lang="en-US" b="1" dirty="0"/>
              <a:t>0.05.</a:t>
            </a:r>
            <a:r>
              <a:rPr lang="en-US" dirty="0"/>
              <a:t> So, we fail to reject the null hypothesis</a:t>
            </a:r>
          </a:p>
        </p:txBody>
      </p:sp>
      <p:pic>
        <p:nvPicPr>
          <p:cNvPr id="3" name="Picture 2">
            <a:extLst>
              <a:ext uri="{FF2B5EF4-FFF2-40B4-BE49-F238E27FC236}">
                <a16:creationId xmlns:a16="http://schemas.microsoft.com/office/drawing/2014/main" id="{A8C68E65-9DE5-6F62-ACFE-050FAB13C52D}"/>
              </a:ext>
            </a:extLst>
          </p:cNvPr>
          <p:cNvPicPr>
            <a:picLocks noChangeAspect="1"/>
          </p:cNvPicPr>
          <p:nvPr/>
        </p:nvPicPr>
        <p:blipFill>
          <a:blip r:embed="rId2"/>
          <a:stretch>
            <a:fillRect/>
          </a:stretch>
        </p:blipFill>
        <p:spPr>
          <a:xfrm>
            <a:off x="50240" y="6672711"/>
            <a:ext cx="1250718" cy="149973"/>
          </a:xfrm>
          <a:prstGeom prst="rect">
            <a:avLst/>
          </a:prstGeom>
        </p:spPr>
      </p:pic>
    </p:spTree>
    <p:extLst>
      <p:ext uri="{BB962C8B-B14F-4D97-AF65-F5344CB8AC3E}">
        <p14:creationId xmlns:p14="http://schemas.microsoft.com/office/powerpoint/2010/main" val="3113846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232</TotalTime>
  <Words>1527</Words>
  <Application>Microsoft Office PowerPoint</Application>
  <PresentationFormat>Widescreen</PresentationFormat>
  <Paragraphs>100</Paragraphs>
  <Slides>19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Century Gothic</vt:lpstr>
      <vt:lpstr>Kermit Extrabold Expanded</vt:lpstr>
      <vt:lpstr>Wingdings</vt:lpstr>
      <vt:lpstr>Wingdings 3</vt:lpstr>
      <vt:lpstr>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Joseph Anyanwu</dc:creator>
  <cp:lastModifiedBy>Joseph Anyanwu</cp:lastModifiedBy>
  <cp:revision>1</cp:revision>
  <dcterms:created xsi:type="dcterms:W3CDTF">2025-05-22T23:50:50Z</dcterms:created>
  <dcterms:modified xsi:type="dcterms:W3CDTF">2026-02-02T17:03:13Z</dcterms:modified>
</cp:coreProperties>
</file>